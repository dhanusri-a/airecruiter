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</p:sldMasterIdLst>
  <p:sldIdLst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6C2C"/>
    <a:srgbClr val="F66B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9F91D7-9EE7-4952-A210-AF5170419BF3}" v="165" dt="2026-01-29T11:23:35.758"/>
    <p1510:client id="{B1E7BD64-AAF2-49A9-93E5-073D371DD623}" v="367" dt="2026-01-30T05:22:19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jpe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jpe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jpe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jpe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jpe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jpe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jpe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jpe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5.svg"/><Relationship Id="rId7" Type="http://schemas.openxmlformats.org/officeDocument/2006/relationships/image" Target="../media/image2.svg"/><Relationship Id="rId12" Type="http://schemas.openxmlformats.org/officeDocument/2006/relationships/image" Target="../media/image1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11" Type="http://schemas.openxmlformats.org/officeDocument/2006/relationships/image" Target="../media/image14.png"/><Relationship Id="rId5" Type="http://schemas.openxmlformats.org/officeDocument/2006/relationships/image" Target="../media/image27.svg"/><Relationship Id="rId10" Type="http://schemas.openxmlformats.org/officeDocument/2006/relationships/image" Target="../media/image28.png"/><Relationship Id="rId4" Type="http://schemas.openxmlformats.org/officeDocument/2006/relationships/image" Target="../media/image26.png"/><Relationship Id="rId9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ic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041FD-ED63-7C62-EE86-94D24D22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FA32DA2-CE50-A6EB-B67E-425EB697B0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3" y="250960"/>
            <a:ext cx="3182400" cy="204928"/>
          </a:xfrm>
        </p:spPr>
        <p:txBody>
          <a:bodyPr vert="horz" wrap="square" lIns="0" tIns="45720" rIns="91440" bIns="45720" rtlCol="0" anchor="t" anchorCtr="0">
            <a:spAutoFit/>
          </a:bodyPr>
          <a:lstStyle>
            <a:lvl1pPr marL="0" indent="0">
              <a:buNone/>
              <a:defRPr lang="en-US" sz="813" spc="244" dirty="0">
                <a:solidFill>
                  <a:schemeClr val="accent4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defRPr>
            </a:lvl1pPr>
          </a:lstStyle>
          <a:p>
            <a:pPr marL="185738" lvl="0" indent="-185738"/>
            <a:r>
              <a:rPr lang="en-US"/>
              <a:t>SECTION (OPTIONAL)</a:t>
            </a:r>
          </a:p>
        </p:txBody>
      </p:sp>
      <p:sp>
        <p:nvSpPr>
          <p:cNvPr id="5" name="Summary placeholder">
            <a:extLst>
              <a:ext uri="{FF2B5EF4-FFF2-40B4-BE49-F238E27FC236}">
                <a16:creationId xmlns:a16="http://schemas.microsoft.com/office/drawing/2014/main" id="{DDFCE3D8-CC65-BB31-51F5-D17AB8F74E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6" y="1518780"/>
            <a:ext cx="10942638" cy="470358"/>
          </a:xfrm>
        </p:spPr>
        <p:txBody>
          <a:bodyPr/>
          <a:lstStyle>
            <a:lvl1pPr marL="0" indent="0">
              <a:buNone/>
              <a:defRPr>
                <a:solidFill>
                  <a:schemeClr val="accent4"/>
                </a:solidFill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Subtitle maximum of two lines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5ACDF-8EE6-5A82-CA20-122E205292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F4C3F9A-ADA0-4E8A-BA21-5059935897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0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ic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041FD-ED63-7C62-EE86-94D24D22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FA32DA2-CE50-A6EB-B67E-425EB697B0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3" y="250960"/>
            <a:ext cx="3182400" cy="204928"/>
          </a:xfrm>
        </p:spPr>
        <p:txBody>
          <a:bodyPr vert="horz" wrap="square" lIns="0" tIns="45720" rIns="91440" bIns="45720" rtlCol="0" anchor="t" anchorCtr="0">
            <a:spAutoFit/>
          </a:bodyPr>
          <a:lstStyle>
            <a:lvl1pPr marL="0" indent="0">
              <a:buNone/>
              <a:defRPr lang="en-US" sz="813" spc="244" dirty="0">
                <a:solidFill>
                  <a:schemeClr val="accent4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defRPr>
            </a:lvl1pPr>
          </a:lstStyle>
          <a:p>
            <a:pPr marL="185738" lvl="0" indent="-185738"/>
            <a:r>
              <a:rPr lang="en-US"/>
              <a:t>SECTION (OPTIONAL)</a:t>
            </a:r>
          </a:p>
        </p:txBody>
      </p:sp>
      <p:sp>
        <p:nvSpPr>
          <p:cNvPr id="5" name="Summary placeholder">
            <a:extLst>
              <a:ext uri="{FF2B5EF4-FFF2-40B4-BE49-F238E27FC236}">
                <a16:creationId xmlns:a16="http://schemas.microsoft.com/office/drawing/2014/main" id="{DDFCE3D8-CC65-BB31-51F5-D17AB8F74E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6" y="1518780"/>
            <a:ext cx="10942638" cy="470358"/>
          </a:xfrm>
        </p:spPr>
        <p:txBody>
          <a:bodyPr/>
          <a:lstStyle>
            <a:lvl1pPr marL="0" indent="0">
              <a:buNone/>
              <a:defRPr>
                <a:solidFill>
                  <a:schemeClr val="accent4"/>
                </a:solidFill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Subtitle maximum of two lines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186E02C-1711-6E3C-D9B6-FE055EF307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1475" y="2190750"/>
            <a:ext cx="10935154" cy="3985136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470011-E6B1-BAB4-CA4C-B24FB8808B2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F4C3F9A-ADA0-4E8A-BA21-5059935897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0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Internati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ountain with a letter s  Description automatically generated">
            <a:extLst>
              <a:ext uri="{FF2B5EF4-FFF2-40B4-BE49-F238E27FC236}">
                <a16:creationId xmlns:a16="http://schemas.microsoft.com/office/drawing/2014/main" id="{A439DF6F-6227-4345-5204-91FBDE4405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8">
            <a:extLst>
              <a:ext uri="{FF2B5EF4-FFF2-40B4-BE49-F238E27FC236}">
                <a16:creationId xmlns:a16="http://schemas.microsoft.com/office/drawing/2014/main" id="{AE68643C-D70B-76A5-ED8B-A1A410792819}"/>
              </a:ext>
            </a:extLst>
          </p:cNvPr>
          <p:cNvSpPr/>
          <p:nvPr userDrawn="1"/>
        </p:nvSpPr>
        <p:spPr>
          <a:xfrm rot="16200000">
            <a:off x="10064204" y="4842854"/>
            <a:ext cx="3474540" cy="194321"/>
          </a:xfrm>
          <a:prstGeom prst="rect">
            <a:avLst/>
          </a:prstGeom>
          <a:noFill/>
          <a:ln/>
        </p:spPr>
        <p:txBody>
          <a:bodyPr wrap="square" lIns="204750" tIns="0" rIns="0" bIns="0" rtlCol="0" anchor="t"/>
          <a:lstStyle/>
          <a:p>
            <a:pPr marL="0" indent="0" algn="l">
              <a:buNone/>
            </a:pPr>
            <a:r>
              <a:rPr lang="en-US" sz="975" kern="0" spc="156">
                <a:solidFill>
                  <a:srgbClr val="FFFFFF">
                    <a:alpha val="100000"/>
                  </a:srgbClr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  <a:cs typeface="Source Sans Pro Regular" pitchFamily="34" charset="-120"/>
              </a:rPr>
              <a:t>2024</a:t>
            </a:r>
            <a:endParaRPr lang="en-US" sz="975"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sp>
        <p:nvSpPr>
          <p:cNvPr id="7" name="Copyright line">
            <a:extLst>
              <a:ext uri="{FF2B5EF4-FFF2-40B4-BE49-F238E27FC236}">
                <a16:creationId xmlns:a16="http://schemas.microsoft.com/office/drawing/2014/main" id="{02499E54-6CE4-281E-ED9B-AFE46C09B7C5}"/>
              </a:ext>
            </a:extLst>
          </p:cNvPr>
          <p:cNvSpPr txBox="1">
            <a:spLocks/>
          </p:cNvSpPr>
          <p:nvPr userDrawn="1"/>
        </p:nvSpPr>
        <p:spPr>
          <a:xfrm>
            <a:off x="2873947" y="6380158"/>
            <a:ext cx="2168832" cy="3607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1F3F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31">
                <a:solidFill>
                  <a:schemeClr val="bg1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© 2024 Synpulse. Private &amp; confidential.</a:t>
            </a:r>
            <a:endParaRPr lang="en-US" sz="731">
              <a:solidFill>
                <a:schemeClr val="bg1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grpSp>
        <p:nvGrpSpPr>
          <p:cNvPr id="8" name="S cross">
            <a:extLst>
              <a:ext uri="{FF2B5EF4-FFF2-40B4-BE49-F238E27FC236}">
                <a16:creationId xmlns:a16="http://schemas.microsoft.com/office/drawing/2014/main" id="{86DD8C2A-6441-4AF8-350D-AE36EE915758}"/>
              </a:ext>
            </a:extLst>
          </p:cNvPr>
          <p:cNvGrpSpPr/>
          <p:nvPr userDrawn="1"/>
        </p:nvGrpSpPr>
        <p:grpSpPr>
          <a:xfrm>
            <a:off x="11638739" y="260352"/>
            <a:ext cx="363573" cy="1120877"/>
            <a:chOff x="11591519" y="260350"/>
            <a:chExt cx="363573" cy="1120877"/>
          </a:xfrm>
        </p:grpSpPr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92999EBE-C230-E46F-74C9-1E62D57739B6}"/>
                </a:ext>
              </a:extLst>
            </p:cNvPr>
            <p:cNvSpPr/>
            <p:nvPr userDrawn="1"/>
          </p:nvSpPr>
          <p:spPr>
            <a:xfrm>
              <a:off x="11591519" y="260350"/>
              <a:ext cx="363573" cy="908819"/>
            </a:xfrm>
            <a:prstGeom prst="rect">
              <a:avLst/>
            </a:prstGeom>
            <a:noFill/>
            <a:ln w="889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463"/>
            </a:p>
          </p:txBody>
        </p:sp>
        <p:pic>
          <p:nvPicPr>
            <p:cNvPr id="11" name="Image 15" descr=" ">
              <a:extLst>
                <a:ext uri="{FF2B5EF4-FFF2-40B4-BE49-F238E27FC236}">
                  <a16:creationId xmlns:a16="http://schemas.microsoft.com/office/drawing/2014/main" id="{CAD989ED-DBD0-593D-30F7-C162C8FF15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07406" y="381526"/>
              <a:ext cx="131798" cy="181764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0196C14-C6A1-0BFF-9288-CA5EFECC28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73305" y="956427"/>
              <a:ext cx="0" cy="424800"/>
            </a:xfrm>
            <a:prstGeom prst="line">
              <a:avLst/>
            </a:prstGeom>
            <a:ln w="889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Synpulse logo">
            <a:extLst>
              <a:ext uri="{FF2B5EF4-FFF2-40B4-BE49-F238E27FC236}">
                <a16:creationId xmlns:a16="http://schemas.microsoft.com/office/drawing/2014/main" id="{9A62E668-09FD-B470-39A0-A3C880961AA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1473" y="5227340"/>
            <a:ext cx="851298" cy="253827"/>
          </a:xfrm>
          <a:prstGeom prst="rect">
            <a:avLst/>
          </a:prstGeom>
        </p:spPr>
      </p:pic>
      <p:sp>
        <p:nvSpPr>
          <p:cNvPr id="2" name="Copyright line">
            <a:extLst>
              <a:ext uri="{FF2B5EF4-FFF2-40B4-BE49-F238E27FC236}">
                <a16:creationId xmlns:a16="http://schemas.microsoft.com/office/drawing/2014/main" id="{74A702FC-0545-6709-1FBF-0C6AE64FEB0F}"/>
              </a:ext>
            </a:extLst>
          </p:cNvPr>
          <p:cNvSpPr txBox="1">
            <a:spLocks/>
          </p:cNvSpPr>
          <p:nvPr userDrawn="1"/>
        </p:nvSpPr>
        <p:spPr>
          <a:xfrm>
            <a:off x="5701925" y="6380158"/>
            <a:ext cx="2168832" cy="3607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1F3F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31">
                <a:solidFill>
                  <a:schemeClr val="bg1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www.synpulse.com</a:t>
            </a:r>
            <a:endParaRPr lang="en-US" sz="731">
              <a:solidFill>
                <a:schemeClr val="bg1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4CB3113-9F0F-927C-E26B-A2C3F3580D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4" y="1462217"/>
            <a:ext cx="6448427" cy="2152650"/>
          </a:xfrm>
        </p:spPr>
        <p:txBody>
          <a:bodyPr wrap="square" lIns="0" anchor="b" anchorCtr="0">
            <a:normAutofit/>
          </a:bodyPr>
          <a:lstStyle>
            <a:lvl1pPr>
              <a:defRPr sz="3413">
                <a:solidFill>
                  <a:schemeClr val="bg1"/>
                </a:solidFill>
              </a:defRPr>
            </a:lvl1pPr>
          </a:lstStyle>
          <a:p>
            <a:r>
              <a:rPr lang="en-US"/>
              <a:t>Title slide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1195A19-1F91-372E-5062-19D59334AC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3660109"/>
            <a:ext cx="6448427" cy="179575"/>
          </a:xfrm>
        </p:spPr>
        <p:txBody>
          <a:bodyPr wrap="square" lIns="0" tIns="36000" bIns="36000">
            <a:noAutofit/>
          </a:bodyPr>
          <a:lstStyle>
            <a:lvl1pPr marL="0" indent="0">
              <a:lnSpc>
                <a:spcPct val="70000"/>
              </a:lnSpc>
              <a:buFontTx/>
              <a:buNone/>
              <a:defRPr sz="1138">
                <a:solidFill>
                  <a:schemeClr val="bg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1pPr>
            <a:lvl2pPr marL="371475" indent="0">
              <a:buFontTx/>
              <a:buNone/>
              <a:defRPr>
                <a:solidFill>
                  <a:schemeClr val="tx2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2pPr>
            <a:lvl3pPr marL="742950" indent="0">
              <a:buFontTx/>
              <a:buNone/>
              <a:defRPr>
                <a:solidFill>
                  <a:schemeClr val="tx2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3pPr>
            <a:lvl4pPr marL="1114425" indent="0">
              <a:buFontTx/>
              <a:buNone/>
              <a:defRPr>
                <a:solidFill>
                  <a:schemeClr val="tx2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4pPr>
            <a:lvl5pPr marL="1485900" indent="0">
              <a:buFontTx/>
              <a:buNone/>
              <a:defRPr>
                <a:solidFill>
                  <a:schemeClr val="tx2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5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23" name="Top header">
            <a:extLst>
              <a:ext uri="{FF2B5EF4-FFF2-40B4-BE49-F238E27FC236}">
                <a16:creationId xmlns:a16="http://schemas.microsoft.com/office/drawing/2014/main" id="{C220F2C7-0923-0FB7-C247-5BE8B3B4A6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250960"/>
            <a:ext cx="3183255" cy="204928"/>
          </a:xfrm>
        </p:spPr>
        <p:txBody>
          <a:bodyPr lIns="0" anchor="t" anchorCtr="0">
            <a:spAutoFit/>
          </a:bodyPr>
          <a:lstStyle>
            <a:lvl1pPr marL="0" indent="0">
              <a:buNone/>
              <a:defRPr sz="813" spc="244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  <p:sp>
        <p:nvSpPr>
          <p:cNvPr id="27" name="Address">
            <a:extLst>
              <a:ext uri="{FF2B5EF4-FFF2-40B4-BE49-F238E27FC236}">
                <a16:creationId xmlns:a16="http://schemas.microsoft.com/office/drawing/2014/main" id="{C72F82B3-2796-8768-C58A-A1E0C3F4EC1C}"/>
              </a:ext>
            </a:extLst>
          </p:cNvPr>
          <p:cNvSpPr txBox="1">
            <a:spLocks/>
          </p:cNvSpPr>
          <p:nvPr userDrawn="1"/>
        </p:nvSpPr>
        <p:spPr>
          <a:xfrm>
            <a:off x="371475" y="5539748"/>
            <a:ext cx="1861883" cy="783273"/>
          </a:xfrm>
          <a:prstGeom prst="rect">
            <a:avLst/>
          </a:prstGeom>
        </p:spPr>
        <p:txBody>
          <a:bodyPr vert="horz" lIns="0" tIns="0" rIns="0" bIns="117000" rtlCol="0" anchor="t" anchorCtr="0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1F3F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31">
                <a:solidFill>
                  <a:schemeClr val="bg1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Synpulse Schweiz AG</a:t>
            </a:r>
          </a:p>
          <a:p>
            <a:pPr marL="0" indent="0" algn="l">
              <a:buNone/>
            </a:pPr>
            <a:r>
              <a:rPr lang="en-US" sz="731">
                <a:solidFill>
                  <a:schemeClr val="bg1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Management Consulting</a:t>
            </a:r>
          </a:p>
          <a:p>
            <a:pPr marL="0" indent="0" algn="l">
              <a:buNone/>
            </a:pPr>
            <a:r>
              <a:rPr lang="en-US" sz="731">
                <a:solidFill>
                  <a:schemeClr val="bg1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Thurgauerstrasse 32</a:t>
            </a:r>
          </a:p>
          <a:p>
            <a:pPr marL="0" indent="0" algn="l">
              <a:buNone/>
            </a:pPr>
            <a:r>
              <a:rPr lang="en-US" sz="731">
                <a:solidFill>
                  <a:schemeClr val="bg1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8050 Zurich</a:t>
            </a:r>
          </a:p>
          <a:p>
            <a:pPr marL="0" indent="0" algn="l">
              <a:buNone/>
            </a:pPr>
            <a:r>
              <a:rPr lang="en-US" sz="731">
                <a:solidFill>
                  <a:schemeClr val="bg1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Switzerland</a:t>
            </a:r>
            <a:endParaRPr lang="en-US" sz="731">
              <a:solidFill>
                <a:schemeClr val="bg1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sp>
        <p:nvSpPr>
          <p:cNvPr id="4" name="Address">
            <a:extLst>
              <a:ext uri="{FF2B5EF4-FFF2-40B4-BE49-F238E27FC236}">
                <a16:creationId xmlns:a16="http://schemas.microsoft.com/office/drawing/2014/main" id="{04A1D759-F75F-545E-52AC-7A1B88936BDC}"/>
              </a:ext>
            </a:extLst>
          </p:cNvPr>
          <p:cNvSpPr txBox="1">
            <a:spLocks/>
          </p:cNvSpPr>
          <p:nvPr userDrawn="1"/>
        </p:nvSpPr>
        <p:spPr>
          <a:xfrm>
            <a:off x="6096000" y="260350"/>
            <a:ext cx="1861883" cy="215900"/>
          </a:xfrm>
          <a:prstGeom prst="rect">
            <a:avLst/>
          </a:prstGeom>
        </p:spPr>
        <p:txBody>
          <a:bodyPr vert="horz" lIns="0" tIns="38025" rIns="0" bIns="38025" rtlCol="0" anchor="ctr" anchorCtr="0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1F3F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13">
                <a:solidFill>
                  <a:schemeClr val="bg1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v1.0</a:t>
            </a:r>
            <a:endParaRPr lang="en-US" sz="813">
              <a:solidFill>
                <a:schemeClr val="bg1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AF1950A-D1B3-8B3E-B4D9-14165DAB828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2666" y="6443817"/>
            <a:ext cx="381001" cy="1524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B4586D-FD2C-22B2-EC76-481C599F7793}"/>
              </a:ext>
            </a:extLst>
          </p:cNvPr>
          <p:cNvCxnSpPr>
            <a:cxnSpLocks/>
          </p:cNvCxnSpPr>
          <p:nvPr userDrawn="1"/>
        </p:nvCxnSpPr>
        <p:spPr>
          <a:xfrm>
            <a:off x="371476" y="3982934"/>
            <a:ext cx="6448425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Name">
            <a:extLst>
              <a:ext uri="{FF2B5EF4-FFF2-40B4-BE49-F238E27FC236}">
                <a16:creationId xmlns:a16="http://schemas.microsoft.com/office/drawing/2014/main" id="{894222A5-12C3-AFA1-AC1E-F2FBDEFDF8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122312"/>
            <a:ext cx="1924050" cy="125099"/>
          </a:xfrm>
        </p:spPr>
        <p:txBody>
          <a:bodyPr tIns="0" bIns="0">
            <a:spAutoFit/>
          </a:bodyPr>
          <a:lstStyle>
            <a:lvl1pPr marL="0" indent="0">
              <a:lnSpc>
                <a:spcPct val="100000"/>
              </a:lnSpc>
              <a:buNone/>
              <a:defRPr sz="813">
                <a:solidFill>
                  <a:schemeClr val="bg1"/>
                </a:solidFill>
                <a:latin typeface="+mn-lt"/>
                <a:ea typeface="Source Sans Pro Light" panose="020B0403030403020204" pitchFamily="34" charset="0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Name,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A406A865-6A05-6F2C-C3A2-51185CDCF8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5" y="4300110"/>
            <a:ext cx="1924050" cy="343854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813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Name">
            <a:extLst>
              <a:ext uri="{FF2B5EF4-FFF2-40B4-BE49-F238E27FC236}">
                <a16:creationId xmlns:a16="http://schemas.microsoft.com/office/drawing/2014/main" id="{1A69941D-3FAF-FC72-AF11-3F7CB1C5A4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89836" y="4122312"/>
            <a:ext cx="1924050" cy="125099"/>
          </a:xfrm>
        </p:spPr>
        <p:txBody>
          <a:bodyPr tIns="0" bIns="0">
            <a:spAutoFit/>
          </a:bodyPr>
          <a:lstStyle>
            <a:lvl1pPr marL="0" indent="0">
              <a:lnSpc>
                <a:spcPct val="100000"/>
              </a:lnSpc>
              <a:buNone/>
              <a:defRPr sz="813">
                <a:solidFill>
                  <a:schemeClr val="bg1"/>
                </a:solidFill>
                <a:latin typeface="+mn-lt"/>
                <a:ea typeface="Source Sans Pro Light" panose="020B0403030403020204" pitchFamily="34" charset="0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Name,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187434CC-6327-AE55-5CD8-11F4F625AD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89836" y="4300110"/>
            <a:ext cx="1924050" cy="343854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813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Name">
            <a:extLst>
              <a:ext uri="{FF2B5EF4-FFF2-40B4-BE49-F238E27FC236}">
                <a16:creationId xmlns:a16="http://schemas.microsoft.com/office/drawing/2014/main" id="{81D0222A-AA5F-57B1-5356-2591F790FC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58360" y="4122312"/>
            <a:ext cx="1924050" cy="125099"/>
          </a:xfrm>
        </p:spPr>
        <p:txBody>
          <a:bodyPr tIns="0" bIns="0">
            <a:spAutoFit/>
          </a:bodyPr>
          <a:lstStyle>
            <a:lvl1pPr marL="0" indent="0">
              <a:lnSpc>
                <a:spcPct val="100000"/>
              </a:lnSpc>
              <a:buNone/>
              <a:defRPr sz="813">
                <a:solidFill>
                  <a:schemeClr val="bg1"/>
                </a:solidFill>
                <a:latin typeface="+mn-lt"/>
                <a:ea typeface="Source Sans Pro Light" panose="020B0403030403020204" pitchFamily="34" charset="0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Name,</a:t>
            </a:r>
          </a:p>
        </p:txBody>
      </p:sp>
      <p:sp>
        <p:nvSpPr>
          <p:cNvPr id="25" name="Title">
            <a:extLst>
              <a:ext uri="{FF2B5EF4-FFF2-40B4-BE49-F238E27FC236}">
                <a16:creationId xmlns:a16="http://schemas.microsoft.com/office/drawing/2014/main" id="{0F6B5C57-9AA2-7470-1420-72E902CCE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8360" y="4300110"/>
            <a:ext cx="1924050" cy="343854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813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71984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DED9D23-746B-7B8C-2AEF-C7589A97B1A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1031876" y="1171725"/>
            <a:ext cx="4118951" cy="369332"/>
          </a:xfrm>
        </p:spPr>
        <p:txBody>
          <a:bodyPr/>
          <a:lstStyle>
            <a:lvl1pPr>
              <a:defRPr sz="1625"/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1DF1B23-9B09-BE3C-87E0-8F1E195713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212" y="5455482"/>
            <a:ext cx="341710" cy="136684"/>
          </a:xfrm>
          <a:prstGeom prst="rect">
            <a:avLst/>
          </a:prstGeom>
        </p:spPr>
      </p:pic>
      <p:sp>
        <p:nvSpPr>
          <p:cNvPr id="31" name="Placeholder">
            <a:extLst>
              <a:ext uri="{FF2B5EF4-FFF2-40B4-BE49-F238E27FC236}">
                <a16:creationId xmlns:a16="http://schemas.microsoft.com/office/drawing/2014/main" id="{D33B6D95-EDEE-4F6F-C35F-10EF5066AE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4574" y="5154962"/>
            <a:ext cx="3984626" cy="217138"/>
          </a:xfrm>
        </p:spPr>
        <p:txBody>
          <a:bodyPr wrap="square" lIns="0" anchor="ctr" anchorCtr="0">
            <a:normAutofit/>
          </a:bodyPr>
          <a:lstStyle>
            <a:lvl1pPr marL="0" indent="0">
              <a:buNone/>
              <a:defRPr sz="975" b="0" spc="0">
                <a:solidFill>
                  <a:schemeClr val="accent4"/>
                </a:solidFill>
                <a:latin typeface="+mj-lt"/>
                <a:ea typeface="Source Sans Pro Light" panose="020B0403030403020204" pitchFamily="34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  <p:grpSp>
        <p:nvGrpSpPr>
          <p:cNvPr id="13" name="SP Agenda Subsection Highlight" hidden="1">
            <a:extLst>
              <a:ext uri="{FF2B5EF4-FFF2-40B4-BE49-F238E27FC236}">
                <a16:creationId xmlns:a16="http://schemas.microsoft.com/office/drawing/2014/main" id="{C4B198A6-F1B7-B7D1-0592-F8F494504DA9}"/>
              </a:ext>
            </a:extLst>
          </p:cNvPr>
          <p:cNvGrpSpPr/>
          <p:nvPr userDrawn="1"/>
        </p:nvGrpSpPr>
        <p:grpSpPr>
          <a:xfrm>
            <a:off x="1378749" y="2673942"/>
            <a:ext cx="3773823" cy="369332"/>
            <a:chOff x="1797664" y="2085631"/>
            <a:chExt cx="3773823" cy="369332"/>
          </a:xfrm>
          <a:noFill/>
        </p:grpSpPr>
        <p:sp>
          <p:nvSpPr>
            <p:cNvPr id="14" name="Section Title" hidden="1">
              <a:extLst>
                <a:ext uri="{FF2B5EF4-FFF2-40B4-BE49-F238E27FC236}">
                  <a16:creationId xmlns:a16="http://schemas.microsoft.com/office/drawing/2014/main" id="{20C67BAE-A6E3-72E2-0470-589F0295C36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8170" y="2085631"/>
              <a:ext cx="3323317" cy="369332"/>
            </a:xfrm>
            <a:prstGeom prst="rect">
              <a:avLst/>
            </a:prstGeom>
            <a:grpFill/>
          </p:spPr>
          <p:txBody>
            <a:bodyPr wrap="square" rtlCol="0" anchor="ctr">
              <a:normAutofit/>
            </a:bodyPr>
            <a:lstStyle/>
            <a:p>
              <a:pPr algn="l" defTabSz="7584092">
                <a:tabLst>
                  <a:tab pos="7728550" algn="l"/>
                </a:tabLst>
              </a:pPr>
              <a:r>
                <a:rPr lang="en-US" sz="975">
                  <a:solidFill>
                    <a:schemeClr val="accent4"/>
                  </a:solidFill>
                </a:rPr>
                <a:t>&lt;TEXT&gt;</a:t>
              </a:r>
            </a:p>
          </p:txBody>
        </p:sp>
        <p:sp>
          <p:nvSpPr>
            <p:cNvPr id="15" name="Section Number" hidden="1">
              <a:extLst>
                <a:ext uri="{FF2B5EF4-FFF2-40B4-BE49-F238E27FC236}">
                  <a16:creationId xmlns:a16="http://schemas.microsoft.com/office/drawing/2014/main" id="{7AAA28DA-61E4-7C36-D367-E4D6277C4F4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975">
                  <a:solidFill>
                    <a:schemeClr val="accent4"/>
                  </a:solidFill>
                </a:rPr>
                <a:t>&lt;N&gt;.</a:t>
              </a:r>
            </a:p>
          </p:txBody>
        </p:sp>
      </p:grpSp>
      <p:grpSp>
        <p:nvGrpSpPr>
          <p:cNvPr id="16" name="SP Agenda Subsection" hidden="1">
            <a:extLst>
              <a:ext uri="{FF2B5EF4-FFF2-40B4-BE49-F238E27FC236}">
                <a16:creationId xmlns:a16="http://schemas.microsoft.com/office/drawing/2014/main" id="{056A98E3-9CED-109E-D620-52B76C7953D6}"/>
              </a:ext>
            </a:extLst>
          </p:cNvPr>
          <p:cNvGrpSpPr/>
          <p:nvPr userDrawn="1"/>
        </p:nvGrpSpPr>
        <p:grpSpPr>
          <a:xfrm>
            <a:off x="1378749" y="2369460"/>
            <a:ext cx="3773823" cy="369332"/>
            <a:chOff x="1797664" y="2085631"/>
            <a:chExt cx="3773823" cy="369332"/>
          </a:xfrm>
          <a:noFill/>
        </p:grpSpPr>
        <p:sp>
          <p:nvSpPr>
            <p:cNvPr id="17" name="Section Title" hidden="1">
              <a:extLst>
                <a:ext uri="{FF2B5EF4-FFF2-40B4-BE49-F238E27FC236}">
                  <a16:creationId xmlns:a16="http://schemas.microsoft.com/office/drawing/2014/main" id="{15B1EE94-8015-B351-8BC1-C41C1BE9595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8170" y="2085631"/>
              <a:ext cx="3323317" cy="369332"/>
            </a:xfrm>
            <a:prstGeom prst="rect">
              <a:avLst/>
            </a:prstGeom>
            <a:grpFill/>
          </p:spPr>
          <p:txBody>
            <a:bodyPr wrap="square" rtlCol="0" anchor="ctr">
              <a:normAutofit/>
            </a:bodyPr>
            <a:lstStyle/>
            <a:p>
              <a:pPr algn="l" defTabSz="7584092">
                <a:tabLst>
                  <a:tab pos="7728550" algn="l"/>
                </a:tabLst>
              </a:pPr>
              <a:r>
                <a:rPr lang="en-US" sz="975">
                  <a:solidFill>
                    <a:schemeClr val="accent4"/>
                  </a:solidFill>
                </a:rPr>
                <a:t>&lt;TEXT&gt;</a:t>
              </a:r>
            </a:p>
          </p:txBody>
        </p:sp>
        <p:sp>
          <p:nvSpPr>
            <p:cNvPr id="18" name="Section Number" hidden="1">
              <a:extLst>
                <a:ext uri="{FF2B5EF4-FFF2-40B4-BE49-F238E27FC236}">
                  <a16:creationId xmlns:a16="http://schemas.microsoft.com/office/drawing/2014/main" id="{D98871F7-8C6F-9771-E84F-04D35F54145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975">
                  <a:solidFill>
                    <a:schemeClr val="accent4"/>
                  </a:solidFill>
                </a:rPr>
                <a:t>&lt;N&gt;.</a:t>
              </a:r>
            </a:p>
          </p:txBody>
        </p:sp>
      </p:grpSp>
      <p:grpSp>
        <p:nvGrpSpPr>
          <p:cNvPr id="19" name="SP Agenda Section Highlight" hidden="1">
            <a:extLst>
              <a:ext uri="{FF2B5EF4-FFF2-40B4-BE49-F238E27FC236}">
                <a16:creationId xmlns:a16="http://schemas.microsoft.com/office/drawing/2014/main" id="{3C9F1C3E-9A20-BB84-E822-41AF30E77363}"/>
              </a:ext>
            </a:extLst>
          </p:cNvPr>
          <p:cNvGrpSpPr/>
          <p:nvPr userDrawn="1"/>
        </p:nvGrpSpPr>
        <p:grpSpPr>
          <a:xfrm>
            <a:off x="932979" y="2064977"/>
            <a:ext cx="4226850" cy="369332"/>
            <a:chOff x="1797664" y="2085631"/>
            <a:chExt cx="4226851" cy="369332"/>
          </a:xfrm>
          <a:solidFill>
            <a:schemeClr val="bg1"/>
          </a:solidFill>
        </p:grpSpPr>
        <p:sp>
          <p:nvSpPr>
            <p:cNvPr id="23" name="Section Title" hidden="1">
              <a:extLst>
                <a:ext uri="{FF2B5EF4-FFF2-40B4-BE49-F238E27FC236}">
                  <a16:creationId xmlns:a16="http://schemas.microsoft.com/office/drawing/2014/main" id="{95C25652-F3A4-9004-FB02-381626FEA97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8170" y="2085631"/>
              <a:ext cx="3776345" cy="369332"/>
            </a:xfrm>
            <a:prstGeom prst="rect">
              <a:avLst/>
            </a:prstGeom>
            <a:grpFill/>
          </p:spPr>
          <p:txBody>
            <a:bodyPr wrap="square" rtlCol="0" anchor="ctr">
              <a:normAutofit/>
            </a:bodyPr>
            <a:lstStyle/>
            <a:p>
              <a:pPr algn="l" defTabSz="7584092">
                <a:tabLst>
                  <a:tab pos="7728550" algn="l"/>
                </a:tabLst>
              </a:pPr>
              <a:r>
                <a:rPr lang="en-US" sz="975">
                  <a:solidFill>
                    <a:schemeClr val="accent4"/>
                  </a:solidFill>
                </a:rPr>
                <a:t>&lt;TEXT&gt;</a:t>
              </a:r>
            </a:p>
          </p:txBody>
        </p:sp>
        <p:sp>
          <p:nvSpPr>
            <p:cNvPr id="25" name="Section Number" hidden="1">
              <a:extLst>
                <a:ext uri="{FF2B5EF4-FFF2-40B4-BE49-F238E27FC236}">
                  <a16:creationId xmlns:a16="http://schemas.microsoft.com/office/drawing/2014/main" id="{84F28FE3-603B-5E1A-3362-EBABCD7BA12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grp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975">
                  <a:solidFill>
                    <a:schemeClr val="accent4"/>
                  </a:solidFill>
                </a:rPr>
                <a:t>&lt;N&gt;.</a:t>
              </a:r>
            </a:p>
          </p:txBody>
        </p:sp>
      </p:grpSp>
      <p:grpSp>
        <p:nvGrpSpPr>
          <p:cNvPr id="26" name="SP Agenda Section" hidden="1">
            <a:extLst>
              <a:ext uri="{FF2B5EF4-FFF2-40B4-BE49-F238E27FC236}">
                <a16:creationId xmlns:a16="http://schemas.microsoft.com/office/drawing/2014/main" id="{51794BA3-1EF6-DBCA-9B80-0687735BD1EC}"/>
              </a:ext>
            </a:extLst>
          </p:cNvPr>
          <p:cNvGrpSpPr/>
          <p:nvPr userDrawn="1"/>
        </p:nvGrpSpPr>
        <p:grpSpPr>
          <a:xfrm>
            <a:off x="932979" y="1760494"/>
            <a:ext cx="4226850" cy="369332"/>
            <a:chOff x="1797664" y="2085631"/>
            <a:chExt cx="4226851" cy="369332"/>
          </a:xfrm>
        </p:grpSpPr>
        <p:sp>
          <p:nvSpPr>
            <p:cNvPr id="27" name="Section Title" hidden="1">
              <a:extLst>
                <a:ext uri="{FF2B5EF4-FFF2-40B4-BE49-F238E27FC236}">
                  <a16:creationId xmlns:a16="http://schemas.microsoft.com/office/drawing/2014/main" id="{041377C8-5336-1A6A-5306-B4EC0CD61D9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8170" y="2085631"/>
              <a:ext cx="3776345" cy="369332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l" defTabSz="7584092">
                <a:tabLst>
                  <a:tab pos="7728550" algn="l"/>
                </a:tabLst>
              </a:pPr>
              <a:r>
                <a:rPr lang="en-US" sz="975">
                  <a:solidFill>
                    <a:schemeClr val="accent4"/>
                  </a:solidFill>
                </a:rPr>
                <a:t>&lt;TEXT&gt;</a:t>
              </a:r>
            </a:p>
          </p:txBody>
        </p:sp>
        <p:sp>
          <p:nvSpPr>
            <p:cNvPr id="30" name="Section Number" hidden="1">
              <a:extLst>
                <a:ext uri="{FF2B5EF4-FFF2-40B4-BE49-F238E27FC236}">
                  <a16:creationId xmlns:a16="http://schemas.microsoft.com/office/drawing/2014/main" id="{FF1EF278-D52C-1955-7184-7DCB7A29B56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975">
                  <a:solidFill>
                    <a:schemeClr val="accent4"/>
                  </a:solidFill>
                </a:rPr>
                <a:t>&lt;N&gt;.</a:t>
              </a:r>
            </a:p>
          </p:txBody>
        </p:sp>
      </p:grp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7AF1E57-D8E8-5CB3-FE7C-4C7406610F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3" y="250960"/>
            <a:ext cx="3182400" cy="204928"/>
          </a:xfrm>
        </p:spPr>
        <p:txBody>
          <a:bodyPr vert="horz" wrap="square" lIns="0" tIns="45720" rIns="91440" bIns="45720" rtlCol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813" spc="244" dirty="0" smtClean="0">
                <a:solidFill>
                  <a:schemeClr val="accent4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185738" lvl="0" indent="-185738"/>
            <a:r>
              <a:rPr lang="en-US"/>
              <a:t>INSERT TEXT HERE</a:t>
            </a:r>
          </a:p>
        </p:txBody>
      </p:sp>
      <p:pic>
        <p:nvPicPr>
          <p:cNvPr id="3" name="Picture 2" descr="A person pointing at a board with sticky notes  Description automatically generated">
            <a:extLst>
              <a:ext uri="{FF2B5EF4-FFF2-40B4-BE49-F238E27FC236}">
                <a16:creationId xmlns:a16="http://schemas.microsoft.com/office/drawing/2014/main" id="{EF5CAA95-9008-5EE9-FCF7-56FC25CEEA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9" t="1143" r="7499" b="971"/>
          <a:stretch/>
        </p:blipFill>
        <p:spPr>
          <a:xfrm>
            <a:off x="5378995" y="1272540"/>
            <a:ext cx="5757636" cy="43205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9B510A-3530-EDAC-4011-D75620A316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alphaModFix amt="83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</a:extLst>
          </a:blip>
          <a:srcRect l="87960" t="10542" r="2814" b="79574"/>
          <a:stretch/>
        </p:blipFill>
        <p:spPr>
          <a:xfrm>
            <a:off x="10840173" y="974655"/>
            <a:ext cx="582684" cy="582684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46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outerShdw blurRad="152400" dist="50800" dir="2700000" sx="96000" sy="96000" algn="tl" rotWithShape="0">
              <a:prstClr val="black">
                <a:alpha val="9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7700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or'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hoto">
            <a:extLst>
              <a:ext uri="{FF2B5EF4-FFF2-40B4-BE49-F238E27FC236}">
                <a16:creationId xmlns:a16="http://schemas.microsoft.com/office/drawing/2014/main" id="{DEA46597-2C27-764E-7418-E4706551634A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777007" y="2363790"/>
            <a:ext cx="2520000" cy="252000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85D05BA-7A0B-1087-2CF2-ECDB729141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The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B94C5-160E-F74E-2607-D7899E5BBE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3" y="250960"/>
            <a:ext cx="3182400" cy="204928"/>
          </a:xfrm>
        </p:spPr>
        <p:txBody>
          <a:bodyPr vert="horz" wrap="square" lIns="0" tIns="45720" rIns="91440" bIns="45720" rtlCol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813" spc="244" dirty="0" smtClean="0">
                <a:solidFill>
                  <a:schemeClr val="accent4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185738" lvl="0" indent="-185738"/>
            <a:r>
              <a:rPr lang="en-US"/>
              <a:t>INTRODUCTION</a:t>
            </a:r>
          </a:p>
        </p:txBody>
      </p:sp>
      <p:sp>
        <p:nvSpPr>
          <p:cNvPr id="7" name="Name">
            <a:extLst>
              <a:ext uri="{FF2B5EF4-FFF2-40B4-BE49-F238E27FC236}">
                <a16:creationId xmlns:a16="http://schemas.microsoft.com/office/drawing/2014/main" id="{31D14CA3-5A6C-760C-4FF6-F4A5EC5A3D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77007" y="4971592"/>
            <a:ext cx="2520000" cy="259538"/>
          </a:xfrm>
        </p:spPr>
        <p:txBody>
          <a:bodyPr tIns="36000" bIns="36000" anchor="ctr" anchorCtr="0">
            <a:normAutofit/>
          </a:bodyPr>
          <a:lstStyle>
            <a:lvl1pPr marL="0" indent="0" algn="ctr">
              <a:buNone/>
              <a:defRPr>
                <a:solidFill>
                  <a:schemeClr val="accent4"/>
                </a:solidFill>
                <a:latin typeface="+mj-lt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9A1A01D2-2DB3-F8C4-E1FD-845C3ADD85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77007" y="5270356"/>
            <a:ext cx="2520000" cy="660610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975">
                <a:solidFill>
                  <a:schemeClr val="accent4"/>
                </a:solidFill>
                <a:latin typeface="+mn-lt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3105B0-6A73-2E78-42F7-44DCA0C0FF63}"/>
              </a:ext>
            </a:extLst>
          </p:cNvPr>
          <p:cNvCxnSpPr>
            <a:cxnSpLocks/>
          </p:cNvCxnSpPr>
          <p:nvPr userDrawn="1"/>
        </p:nvCxnSpPr>
        <p:spPr>
          <a:xfrm>
            <a:off x="1777007" y="4883789"/>
            <a:ext cx="252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hoto">
            <a:extLst>
              <a:ext uri="{FF2B5EF4-FFF2-40B4-BE49-F238E27FC236}">
                <a16:creationId xmlns:a16="http://schemas.microsoft.com/office/drawing/2014/main" id="{BDCE78D6-9669-4663-4EFF-0FEF1B533283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4653557" y="2363790"/>
            <a:ext cx="2520000" cy="252000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A2DEF7B0-6E74-A855-B3AF-79FDE6CF1E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3557" y="4971592"/>
            <a:ext cx="2520000" cy="259538"/>
          </a:xfrm>
        </p:spPr>
        <p:txBody>
          <a:bodyPr tIns="36000" bIns="36000" anchor="ctr" anchorCtr="0">
            <a:normAutofit/>
          </a:bodyPr>
          <a:lstStyle>
            <a:lvl1pPr marL="0" indent="0" algn="ctr">
              <a:buNone/>
              <a:defRPr>
                <a:solidFill>
                  <a:schemeClr val="accent4"/>
                </a:solidFill>
                <a:latin typeface="+mj-lt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9" name="Title">
            <a:extLst>
              <a:ext uri="{FF2B5EF4-FFF2-40B4-BE49-F238E27FC236}">
                <a16:creationId xmlns:a16="http://schemas.microsoft.com/office/drawing/2014/main" id="{1168784D-2A1B-F949-D740-785DF0C958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53557" y="5270356"/>
            <a:ext cx="2520000" cy="660610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975">
                <a:solidFill>
                  <a:schemeClr val="accent4"/>
                </a:solidFill>
                <a:latin typeface="+mn-lt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5096220-10E3-2863-934D-D2532C5D3D32}"/>
              </a:ext>
            </a:extLst>
          </p:cNvPr>
          <p:cNvCxnSpPr>
            <a:cxnSpLocks/>
          </p:cNvCxnSpPr>
          <p:nvPr userDrawn="1"/>
        </p:nvCxnSpPr>
        <p:spPr>
          <a:xfrm>
            <a:off x="4653557" y="4883789"/>
            <a:ext cx="252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hoto">
            <a:extLst>
              <a:ext uri="{FF2B5EF4-FFF2-40B4-BE49-F238E27FC236}">
                <a16:creationId xmlns:a16="http://schemas.microsoft.com/office/drawing/2014/main" id="{1E56C265-C6E1-ACF8-49F8-45D961685C95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7537727" y="2363790"/>
            <a:ext cx="2520000" cy="252000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23" name="Name">
            <a:extLst>
              <a:ext uri="{FF2B5EF4-FFF2-40B4-BE49-F238E27FC236}">
                <a16:creationId xmlns:a16="http://schemas.microsoft.com/office/drawing/2014/main" id="{F14F68DC-1A33-4C37-1C2E-B2125E6E28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37727" y="4971592"/>
            <a:ext cx="2520000" cy="259538"/>
          </a:xfrm>
        </p:spPr>
        <p:txBody>
          <a:bodyPr tIns="36000" bIns="36000" anchor="ctr" anchorCtr="0">
            <a:normAutofit/>
          </a:bodyPr>
          <a:lstStyle>
            <a:lvl1pPr marL="0" indent="0" algn="ctr">
              <a:buNone/>
              <a:defRPr>
                <a:solidFill>
                  <a:schemeClr val="accent4"/>
                </a:solidFill>
                <a:latin typeface="+mj-lt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D7DC448A-E8D2-1D18-B68A-6FE53CCE05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37727" y="5270356"/>
            <a:ext cx="2520000" cy="660610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975">
                <a:solidFill>
                  <a:schemeClr val="accent4"/>
                </a:solidFill>
                <a:latin typeface="+mn-lt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8C8B9F-D8CE-FCEB-D940-762647F4E4B1}"/>
              </a:ext>
            </a:extLst>
          </p:cNvPr>
          <p:cNvCxnSpPr>
            <a:cxnSpLocks/>
          </p:cNvCxnSpPr>
          <p:nvPr userDrawn="1"/>
        </p:nvCxnSpPr>
        <p:spPr>
          <a:xfrm>
            <a:off x="7537727" y="4883789"/>
            <a:ext cx="252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5565F078-4E57-B0F2-EA47-DDA2E1EC380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1476" y="1537830"/>
            <a:ext cx="10942638" cy="619200"/>
          </a:xfrm>
        </p:spPr>
        <p:txBody>
          <a:bodyPr/>
          <a:lstStyle>
            <a:lvl1pPr marL="0" indent="0">
              <a:buNone/>
              <a:defRPr>
                <a:solidFill>
                  <a:schemeClr val="accent4"/>
                </a:solidFill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Subtitle maximum of two lines</a:t>
            </a:r>
          </a:p>
        </p:txBody>
      </p:sp>
    </p:spTree>
    <p:extLst>
      <p:ext uri="{BB962C8B-B14F-4D97-AF65-F5344CB8AC3E}">
        <p14:creationId xmlns:p14="http://schemas.microsoft.com/office/powerpoint/2010/main" val="41025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 Divi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">
            <a:extLst>
              <a:ext uri="{FF2B5EF4-FFF2-40B4-BE49-F238E27FC236}">
                <a16:creationId xmlns:a16="http://schemas.microsoft.com/office/drawing/2014/main" id="{992EA692-87FC-3BE5-24D6-0FA4A74107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951" y="4838442"/>
            <a:ext cx="4117748" cy="3607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Enter supporting title text here</a:t>
            </a:r>
          </a:p>
        </p:txBody>
      </p:sp>
      <p:grpSp>
        <p:nvGrpSpPr>
          <p:cNvPr id="14" name="S cross">
            <a:extLst>
              <a:ext uri="{FF2B5EF4-FFF2-40B4-BE49-F238E27FC236}">
                <a16:creationId xmlns:a16="http://schemas.microsoft.com/office/drawing/2014/main" id="{16CB6C22-5462-904C-1EB9-5525AADB7832}"/>
              </a:ext>
            </a:extLst>
          </p:cNvPr>
          <p:cNvGrpSpPr/>
          <p:nvPr userDrawn="1"/>
        </p:nvGrpSpPr>
        <p:grpSpPr>
          <a:xfrm>
            <a:off x="11638739" y="260352"/>
            <a:ext cx="363573" cy="1120877"/>
            <a:chOff x="11591519" y="260350"/>
            <a:chExt cx="363573" cy="1120877"/>
          </a:xfrm>
        </p:grpSpPr>
        <p:sp>
          <p:nvSpPr>
            <p:cNvPr id="22" name="Shape 11">
              <a:extLst>
                <a:ext uri="{FF2B5EF4-FFF2-40B4-BE49-F238E27FC236}">
                  <a16:creationId xmlns:a16="http://schemas.microsoft.com/office/drawing/2014/main" id="{DCDBB369-D0E6-7EFF-54C6-AD9F26367FFA}"/>
                </a:ext>
              </a:extLst>
            </p:cNvPr>
            <p:cNvSpPr/>
            <p:nvPr userDrawn="1"/>
          </p:nvSpPr>
          <p:spPr>
            <a:xfrm>
              <a:off x="11591519" y="260350"/>
              <a:ext cx="363573" cy="908819"/>
            </a:xfrm>
            <a:prstGeom prst="rect">
              <a:avLst/>
            </a:prstGeom>
            <a:solidFill>
              <a:schemeClr val="bg1"/>
            </a:solidFill>
            <a:ln w="889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463"/>
            </a:p>
          </p:txBody>
        </p:sp>
        <p:pic>
          <p:nvPicPr>
            <p:cNvPr id="23" name="Image 15" descr=" ">
              <a:extLst>
                <a:ext uri="{FF2B5EF4-FFF2-40B4-BE49-F238E27FC236}">
                  <a16:creationId xmlns:a16="http://schemas.microsoft.com/office/drawing/2014/main" id="{8BBBB143-98D7-0C6E-570D-A4176ADC6A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07406" y="381526"/>
              <a:ext cx="131798" cy="181764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977F7EE-786E-A673-719C-1AB3CDEFC6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73305" y="956427"/>
              <a:ext cx="0" cy="424800"/>
            </a:xfrm>
            <a:prstGeom prst="line">
              <a:avLst/>
            </a:prstGeom>
            <a:ln w="8890" cap="flat" cmpd="sng" algn="ctr">
              <a:solidFill>
                <a:schemeClr val="accent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SP Agenda Subsection" hidden="1">
            <a:extLst>
              <a:ext uri="{FF2B5EF4-FFF2-40B4-BE49-F238E27FC236}">
                <a16:creationId xmlns:a16="http://schemas.microsoft.com/office/drawing/2014/main" id="{910DBF23-3E3C-2FE2-BE7C-502FC03A0520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9" name="Section Title" hidden="1">
              <a:extLst>
                <a:ext uri="{FF2B5EF4-FFF2-40B4-BE49-F238E27FC236}">
                  <a16:creationId xmlns:a16="http://schemas.microsoft.com/office/drawing/2014/main" id="{A003C591-853C-554D-6082-1452669D7F4A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12" name="Section Number" hidden="1">
              <a:extLst>
                <a:ext uri="{FF2B5EF4-FFF2-40B4-BE49-F238E27FC236}">
                  <a16:creationId xmlns:a16="http://schemas.microsoft.com/office/drawing/2014/main" id="{99C4D857-82E3-F2F7-5CA1-D5577E46CF0D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sp>
        <p:nvSpPr>
          <p:cNvPr id="4" name="Shape 18">
            <a:extLst>
              <a:ext uri="{FF2B5EF4-FFF2-40B4-BE49-F238E27FC236}">
                <a16:creationId xmlns:a16="http://schemas.microsoft.com/office/drawing/2014/main" id="{6506AEAD-1309-8890-F3BA-4A779703D9F6}"/>
              </a:ext>
            </a:extLst>
          </p:cNvPr>
          <p:cNvSpPr/>
          <p:nvPr userDrawn="1"/>
        </p:nvSpPr>
        <p:spPr>
          <a:xfrm>
            <a:off x="11410801" y="1720800"/>
            <a:ext cx="781200" cy="5137200"/>
          </a:xfrm>
          <a:prstGeom prst="rect">
            <a:avLst/>
          </a:prstGeom>
          <a:solidFill>
            <a:srgbClr val="66798C"/>
          </a:solidFill>
          <a:ln/>
        </p:spPr>
        <p:txBody>
          <a:bodyPr/>
          <a:lstStyle/>
          <a:p>
            <a:endParaRPr lang="en-US" sz="1463"/>
          </a:p>
        </p:txBody>
      </p:sp>
      <p:sp>
        <p:nvSpPr>
          <p:cNvPr id="5" name="2024">
            <a:extLst>
              <a:ext uri="{FF2B5EF4-FFF2-40B4-BE49-F238E27FC236}">
                <a16:creationId xmlns:a16="http://schemas.microsoft.com/office/drawing/2014/main" id="{A2A790B2-9045-EE7B-2837-658279E2C103}"/>
              </a:ext>
            </a:extLst>
          </p:cNvPr>
          <p:cNvSpPr/>
          <p:nvPr userDrawn="1"/>
        </p:nvSpPr>
        <p:spPr>
          <a:xfrm rot="16200000">
            <a:off x="10062617" y="4842854"/>
            <a:ext cx="3474540" cy="194321"/>
          </a:xfrm>
          <a:prstGeom prst="rect">
            <a:avLst/>
          </a:prstGeom>
          <a:noFill/>
          <a:ln/>
        </p:spPr>
        <p:txBody>
          <a:bodyPr wrap="square" lIns="204750" tIns="0" rIns="0" bIns="0" rtlCol="0" anchor="t"/>
          <a:lstStyle/>
          <a:p>
            <a:pPr marL="0" indent="0" algn="l">
              <a:buNone/>
            </a:pPr>
            <a:r>
              <a:rPr lang="en-US" sz="975" kern="0" spc="156">
                <a:solidFill>
                  <a:srgbClr val="FFFFFF">
                    <a:alpha val="100000"/>
                  </a:srgbClr>
                </a:solidFill>
                <a:latin typeface="+mn-lt"/>
                <a:ea typeface="Source Sans Pro Regular"/>
                <a:cs typeface="Source Sans Pro Regular" pitchFamily="34" charset="-120"/>
              </a:rPr>
              <a:t>2024</a:t>
            </a:r>
            <a:endParaRPr lang="en-US" sz="975">
              <a:latin typeface="+mn-lt"/>
              <a:ea typeface="Source Sans Pro Regular"/>
            </a:endParaRPr>
          </a:p>
        </p:txBody>
      </p:sp>
      <p:sp>
        <p:nvSpPr>
          <p:cNvPr id="7" name="Copyright line">
            <a:extLst>
              <a:ext uri="{FF2B5EF4-FFF2-40B4-BE49-F238E27FC236}">
                <a16:creationId xmlns:a16="http://schemas.microsoft.com/office/drawing/2014/main" id="{2EBDCAC5-76CA-3218-3858-2EF579D3F2F5}"/>
              </a:ext>
            </a:extLst>
          </p:cNvPr>
          <p:cNvSpPr txBox="1">
            <a:spLocks/>
          </p:cNvSpPr>
          <p:nvPr userDrawn="1"/>
        </p:nvSpPr>
        <p:spPr>
          <a:xfrm>
            <a:off x="4112811" y="6380158"/>
            <a:ext cx="2168832" cy="3607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1F3F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31">
                <a:solidFill>
                  <a:schemeClr val="accent4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© 2024 Synpulse. Private &amp; confidential.</a:t>
            </a:r>
            <a:endParaRPr lang="en-US" sz="731">
              <a:solidFill>
                <a:schemeClr val="accent4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7FA492F-095F-E450-A61E-0943194476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666" y="6443817"/>
            <a:ext cx="381001" cy="152400"/>
          </a:xfrm>
          <a:prstGeom prst="rect">
            <a:avLst/>
          </a:prstGeom>
        </p:spPr>
      </p:pic>
      <p:grpSp>
        <p:nvGrpSpPr>
          <p:cNvPr id="60" name="SP Agenda Section" hidden="1">
            <a:extLst>
              <a:ext uri="{FF2B5EF4-FFF2-40B4-BE49-F238E27FC236}">
                <a16:creationId xmlns:a16="http://schemas.microsoft.com/office/drawing/2014/main" id="{4E3818A9-A136-E961-4CC5-1B002B566D09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61" name="Section Title" hidden="1">
              <a:extLst>
                <a:ext uri="{FF2B5EF4-FFF2-40B4-BE49-F238E27FC236}">
                  <a16:creationId xmlns:a16="http://schemas.microsoft.com/office/drawing/2014/main" id="{97E5979F-DE78-27BC-3888-88D4C821B01E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62" name="Section Number" hidden="1">
              <a:extLst>
                <a:ext uri="{FF2B5EF4-FFF2-40B4-BE49-F238E27FC236}">
                  <a16:creationId xmlns:a16="http://schemas.microsoft.com/office/drawing/2014/main" id="{FDB451B1-4152-A4B7-10EE-6588AC82AD64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pic>
        <p:nvPicPr>
          <p:cNvPr id="3" name="Picture 2" descr="A person in a suit looking at a tablet  Description automatically generated">
            <a:extLst>
              <a:ext uri="{FF2B5EF4-FFF2-40B4-BE49-F238E27FC236}">
                <a16:creationId xmlns:a16="http://schemas.microsoft.com/office/drawing/2014/main" id="{95EF64AB-6FB1-1A72-E24D-E0869C2D64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48736" r="966"/>
          <a:stretch/>
        </p:blipFill>
        <p:spPr>
          <a:xfrm>
            <a:off x="6819902" y="1720800"/>
            <a:ext cx="4593582" cy="51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3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 Divi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">
            <a:extLst>
              <a:ext uri="{FF2B5EF4-FFF2-40B4-BE49-F238E27FC236}">
                <a16:creationId xmlns:a16="http://schemas.microsoft.com/office/drawing/2014/main" id="{992EA692-87FC-3BE5-24D6-0FA4A74107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951" y="4838442"/>
            <a:ext cx="4117748" cy="3607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Enter supporting title text here</a:t>
            </a:r>
          </a:p>
        </p:txBody>
      </p:sp>
      <p:grpSp>
        <p:nvGrpSpPr>
          <p:cNvPr id="14" name="S cross">
            <a:extLst>
              <a:ext uri="{FF2B5EF4-FFF2-40B4-BE49-F238E27FC236}">
                <a16:creationId xmlns:a16="http://schemas.microsoft.com/office/drawing/2014/main" id="{16CB6C22-5462-904C-1EB9-5525AADB7832}"/>
              </a:ext>
            </a:extLst>
          </p:cNvPr>
          <p:cNvGrpSpPr/>
          <p:nvPr userDrawn="1"/>
        </p:nvGrpSpPr>
        <p:grpSpPr>
          <a:xfrm>
            <a:off x="11638739" y="260352"/>
            <a:ext cx="363573" cy="1120877"/>
            <a:chOff x="11591519" y="260350"/>
            <a:chExt cx="363573" cy="1120877"/>
          </a:xfrm>
        </p:grpSpPr>
        <p:sp>
          <p:nvSpPr>
            <p:cNvPr id="22" name="Shape 11">
              <a:extLst>
                <a:ext uri="{FF2B5EF4-FFF2-40B4-BE49-F238E27FC236}">
                  <a16:creationId xmlns:a16="http://schemas.microsoft.com/office/drawing/2014/main" id="{DCDBB369-D0E6-7EFF-54C6-AD9F26367FFA}"/>
                </a:ext>
              </a:extLst>
            </p:cNvPr>
            <p:cNvSpPr/>
            <p:nvPr userDrawn="1"/>
          </p:nvSpPr>
          <p:spPr>
            <a:xfrm>
              <a:off x="11591519" y="260350"/>
              <a:ext cx="363573" cy="908819"/>
            </a:xfrm>
            <a:prstGeom prst="rect">
              <a:avLst/>
            </a:prstGeom>
            <a:solidFill>
              <a:schemeClr val="bg1"/>
            </a:solidFill>
            <a:ln w="889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463"/>
            </a:p>
          </p:txBody>
        </p:sp>
        <p:pic>
          <p:nvPicPr>
            <p:cNvPr id="23" name="Image 15" descr=" ">
              <a:extLst>
                <a:ext uri="{FF2B5EF4-FFF2-40B4-BE49-F238E27FC236}">
                  <a16:creationId xmlns:a16="http://schemas.microsoft.com/office/drawing/2014/main" id="{8BBBB143-98D7-0C6E-570D-A4176ADC6A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07406" y="381526"/>
              <a:ext cx="131798" cy="181764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977F7EE-786E-A673-719C-1AB3CDEFC6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73305" y="956427"/>
              <a:ext cx="0" cy="424800"/>
            </a:xfrm>
            <a:prstGeom prst="line">
              <a:avLst/>
            </a:prstGeom>
            <a:ln w="8890" cap="flat" cmpd="sng" algn="ctr">
              <a:solidFill>
                <a:schemeClr val="accent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Shape 18">
            <a:extLst>
              <a:ext uri="{FF2B5EF4-FFF2-40B4-BE49-F238E27FC236}">
                <a16:creationId xmlns:a16="http://schemas.microsoft.com/office/drawing/2014/main" id="{D73CCEBA-453F-CB9A-13CE-C06D2C36B9BC}"/>
              </a:ext>
            </a:extLst>
          </p:cNvPr>
          <p:cNvSpPr/>
          <p:nvPr userDrawn="1"/>
        </p:nvSpPr>
        <p:spPr>
          <a:xfrm>
            <a:off x="11410801" y="1720800"/>
            <a:ext cx="781200" cy="5137200"/>
          </a:xfrm>
          <a:prstGeom prst="rect">
            <a:avLst/>
          </a:prstGeom>
          <a:solidFill>
            <a:srgbClr val="66798C"/>
          </a:solidFill>
          <a:ln/>
        </p:spPr>
        <p:txBody>
          <a:bodyPr/>
          <a:lstStyle/>
          <a:p>
            <a:endParaRPr lang="en-US" sz="1463"/>
          </a:p>
        </p:txBody>
      </p:sp>
      <p:sp>
        <p:nvSpPr>
          <p:cNvPr id="10" name="2024">
            <a:extLst>
              <a:ext uri="{FF2B5EF4-FFF2-40B4-BE49-F238E27FC236}">
                <a16:creationId xmlns:a16="http://schemas.microsoft.com/office/drawing/2014/main" id="{D073BDCD-792C-34C2-6D41-9E297C99BB2D}"/>
              </a:ext>
            </a:extLst>
          </p:cNvPr>
          <p:cNvSpPr/>
          <p:nvPr userDrawn="1"/>
        </p:nvSpPr>
        <p:spPr>
          <a:xfrm rot="16200000">
            <a:off x="10062617" y="4842854"/>
            <a:ext cx="3474540" cy="194321"/>
          </a:xfrm>
          <a:prstGeom prst="rect">
            <a:avLst/>
          </a:prstGeom>
          <a:noFill/>
          <a:ln/>
        </p:spPr>
        <p:txBody>
          <a:bodyPr wrap="square" lIns="204750" tIns="0" rIns="0" bIns="0" rtlCol="0" anchor="t"/>
          <a:lstStyle/>
          <a:p>
            <a:pPr marL="0" indent="0" algn="l">
              <a:buNone/>
            </a:pPr>
            <a:r>
              <a:rPr lang="en-US" sz="975" kern="0" spc="156">
                <a:solidFill>
                  <a:srgbClr val="FFFFFF">
                    <a:alpha val="100000"/>
                  </a:srgbClr>
                </a:solidFill>
                <a:latin typeface="+mn-lt"/>
                <a:ea typeface="Source Sans Pro Regular"/>
                <a:cs typeface="Source Sans Pro Regular" pitchFamily="34" charset="-120"/>
              </a:rPr>
              <a:t>2024</a:t>
            </a:r>
            <a:endParaRPr lang="en-US" sz="975">
              <a:latin typeface="+mn-lt"/>
              <a:ea typeface="Source Sans Pro Regular"/>
            </a:endParaRPr>
          </a:p>
        </p:txBody>
      </p:sp>
      <p:sp>
        <p:nvSpPr>
          <p:cNvPr id="11" name="Copyright line">
            <a:extLst>
              <a:ext uri="{FF2B5EF4-FFF2-40B4-BE49-F238E27FC236}">
                <a16:creationId xmlns:a16="http://schemas.microsoft.com/office/drawing/2014/main" id="{41D840A1-FFF3-A2ED-B4CE-0D10B86220CE}"/>
              </a:ext>
            </a:extLst>
          </p:cNvPr>
          <p:cNvSpPr txBox="1">
            <a:spLocks/>
          </p:cNvSpPr>
          <p:nvPr userDrawn="1"/>
        </p:nvSpPr>
        <p:spPr>
          <a:xfrm>
            <a:off x="4112811" y="6380158"/>
            <a:ext cx="2168832" cy="3607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1F3F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31">
                <a:solidFill>
                  <a:schemeClr val="accent4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© 2024 Synpulse. Private &amp; confidential.</a:t>
            </a:r>
            <a:endParaRPr lang="en-US" sz="731">
              <a:solidFill>
                <a:schemeClr val="accent4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FDD3738-E757-5371-828C-6B359C017D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666" y="6443817"/>
            <a:ext cx="381001" cy="152400"/>
          </a:xfrm>
          <a:prstGeom prst="rect">
            <a:avLst/>
          </a:prstGeom>
        </p:spPr>
      </p:pic>
      <p:grpSp>
        <p:nvGrpSpPr>
          <p:cNvPr id="60" name="SP Agenda Section" hidden="1">
            <a:extLst>
              <a:ext uri="{FF2B5EF4-FFF2-40B4-BE49-F238E27FC236}">
                <a16:creationId xmlns:a16="http://schemas.microsoft.com/office/drawing/2014/main" id="{4E3818A9-A136-E961-4CC5-1B002B566D09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61" name="Section Title" hidden="1">
              <a:extLst>
                <a:ext uri="{FF2B5EF4-FFF2-40B4-BE49-F238E27FC236}">
                  <a16:creationId xmlns:a16="http://schemas.microsoft.com/office/drawing/2014/main" id="{97E5979F-DE78-27BC-3888-88D4C821B01E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62" name="Section Number" hidden="1">
              <a:extLst>
                <a:ext uri="{FF2B5EF4-FFF2-40B4-BE49-F238E27FC236}">
                  <a16:creationId xmlns:a16="http://schemas.microsoft.com/office/drawing/2014/main" id="{FDB451B1-4152-A4B7-10EE-6588AC82AD64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grpSp>
        <p:nvGrpSpPr>
          <p:cNvPr id="8" name="SP Agenda Subsection" hidden="1">
            <a:extLst>
              <a:ext uri="{FF2B5EF4-FFF2-40B4-BE49-F238E27FC236}">
                <a16:creationId xmlns:a16="http://schemas.microsoft.com/office/drawing/2014/main" id="{910DBF23-3E3C-2FE2-BE7C-502FC03A0520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9" name="Section Title" hidden="1">
              <a:extLst>
                <a:ext uri="{FF2B5EF4-FFF2-40B4-BE49-F238E27FC236}">
                  <a16:creationId xmlns:a16="http://schemas.microsoft.com/office/drawing/2014/main" id="{A003C591-853C-554D-6082-1452669D7F4A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12" name="Section Number" hidden="1">
              <a:extLst>
                <a:ext uri="{FF2B5EF4-FFF2-40B4-BE49-F238E27FC236}">
                  <a16:creationId xmlns:a16="http://schemas.microsoft.com/office/drawing/2014/main" id="{99C4D857-82E3-F2F7-5CA1-D5577E46CF0D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pic>
        <p:nvPicPr>
          <p:cNvPr id="3" name="Picture 2" descr="A group of people looking at a computer screen  Description automatically generated">
            <a:extLst>
              <a:ext uri="{FF2B5EF4-FFF2-40B4-BE49-F238E27FC236}">
                <a16:creationId xmlns:a16="http://schemas.microsoft.com/office/drawing/2014/main" id="{C1F31A64-A632-23F2-7AA9-1D7FBB8CB2D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23828" r="29391" b="7039"/>
          <a:stretch/>
        </p:blipFill>
        <p:spPr>
          <a:xfrm>
            <a:off x="6818998" y="1720800"/>
            <a:ext cx="4594487" cy="51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082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 Divid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">
            <a:extLst>
              <a:ext uri="{FF2B5EF4-FFF2-40B4-BE49-F238E27FC236}">
                <a16:creationId xmlns:a16="http://schemas.microsoft.com/office/drawing/2014/main" id="{992EA692-87FC-3BE5-24D6-0FA4A74107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951" y="4838442"/>
            <a:ext cx="4117748" cy="3607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Enter supporting title text here</a:t>
            </a:r>
          </a:p>
        </p:txBody>
      </p:sp>
      <p:sp>
        <p:nvSpPr>
          <p:cNvPr id="3" name="Shape 18">
            <a:extLst>
              <a:ext uri="{FF2B5EF4-FFF2-40B4-BE49-F238E27FC236}">
                <a16:creationId xmlns:a16="http://schemas.microsoft.com/office/drawing/2014/main" id="{145C8438-06F2-2840-F546-4F5CEE3D9685}"/>
              </a:ext>
            </a:extLst>
          </p:cNvPr>
          <p:cNvSpPr/>
          <p:nvPr userDrawn="1"/>
        </p:nvSpPr>
        <p:spPr>
          <a:xfrm>
            <a:off x="11410801" y="1720800"/>
            <a:ext cx="781200" cy="5137200"/>
          </a:xfrm>
          <a:prstGeom prst="rect">
            <a:avLst/>
          </a:prstGeom>
          <a:solidFill>
            <a:srgbClr val="66798C"/>
          </a:solidFill>
          <a:ln/>
        </p:spPr>
        <p:txBody>
          <a:bodyPr/>
          <a:lstStyle/>
          <a:p>
            <a:endParaRPr lang="en-US" sz="1463"/>
          </a:p>
        </p:txBody>
      </p:sp>
      <p:sp>
        <p:nvSpPr>
          <p:cNvPr id="2" name="2024">
            <a:extLst>
              <a:ext uri="{FF2B5EF4-FFF2-40B4-BE49-F238E27FC236}">
                <a16:creationId xmlns:a16="http://schemas.microsoft.com/office/drawing/2014/main" id="{1D10A73F-8877-EC88-B3EA-7E0CEB9CC730}"/>
              </a:ext>
            </a:extLst>
          </p:cNvPr>
          <p:cNvSpPr/>
          <p:nvPr userDrawn="1"/>
        </p:nvSpPr>
        <p:spPr>
          <a:xfrm rot="16200000">
            <a:off x="10062617" y="4842854"/>
            <a:ext cx="3474540" cy="194321"/>
          </a:xfrm>
          <a:prstGeom prst="rect">
            <a:avLst/>
          </a:prstGeom>
          <a:noFill/>
          <a:ln/>
        </p:spPr>
        <p:txBody>
          <a:bodyPr wrap="square" lIns="204750" tIns="0" rIns="0" bIns="0" rtlCol="0" anchor="t"/>
          <a:lstStyle/>
          <a:p>
            <a:pPr marL="0" indent="0" algn="l">
              <a:buNone/>
            </a:pPr>
            <a:r>
              <a:rPr lang="en-US" sz="975" kern="0" spc="156">
                <a:solidFill>
                  <a:srgbClr val="FFFFFF">
                    <a:alpha val="100000"/>
                  </a:srgbClr>
                </a:solidFill>
                <a:latin typeface="+mn-lt"/>
                <a:ea typeface="Source Sans Pro Regular"/>
                <a:cs typeface="Source Sans Pro Regular" pitchFamily="34" charset="-120"/>
              </a:rPr>
              <a:t>2024</a:t>
            </a:r>
            <a:endParaRPr lang="en-US" sz="975">
              <a:latin typeface="+mn-lt"/>
              <a:ea typeface="Source Sans Pro Regular"/>
            </a:endParaRPr>
          </a:p>
        </p:txBody>
      </p:sp>
      <p:grpSp>
        <p:nvGrpSpPr>
          <p:cNvPr id="14" name="S cross">
            <a:extLst>
              <a:ext uri="{FF2B5EF4-FFF2-40B4-BE49-F238E27FC236}">
                <a16:creationId xmlns:a16="http://schemas.microsoft.com/office/drawing/2014/main" id="{16CB6C22-5462-904C-1EB9-5525AADB7832}"/>
              </a:ext>
            </a:extLst>
          </p:cNvPr>
          <p:cNvGrpSpPr/>
          <p:nvPr userDrawn="1"/>
        </p:nvGrpSpPr>
        <p:grpSpPr>
          <a:xfrm>
            <a:off x="11638739" y="260352"/>
            <a:ext cx="363573" cy="1120877"/>
            <a:chOff x="11591519" y="260350"/>
            <a:chExt cx="363573" cy="1120877"/>
          </a:xfrm>
        </p:grpSpPr>
        <p:sp>
          <p:nvSpPr>
            <p:cNvPr id="22" name="Shape 11">
              <a:extLst>
                <a:ext uri="{FF2B5EF4-FFF2-40B4-BE49-F238E27FC236}">
                  <a16:creationId xmlns:a16="http://schemas.microsoft.com/office/drawing/2014/main" id="{DCDBB369-D0E6-7EFF-54C6-AD9F26367FFA}"/>
                </a:ext>
              </a:extLst>
            </p:cNvPr>
            <p:cNvSpPr/>
            <p:nvPr userDrawn="1"/>
          </p:nvSpPr>
          <p:spPr>
            <a:xfrm>
              <a:off x="11591519" y="260350"/>
              <a:ext cx="363573" cy="908819"/>
            </a:xfrm>
            <a:prstGeom prst="rect">
              <a:avLst/>
            </a:prstGeom>
            <a:solidFill>
              <a:schemeClr val="bg1"/>
            </a:solidFill>
            <a:ln w="889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463"/>
            </a:p>
          </p:txBody>
        </p:sp>
        <p:pic>
          <p:nvPicPr>
            <p:cNvPr id="23" name="Image 15" descr=" ">
              <a:extLst>
                <a:ext uri="{FF2B5EF4-FFF2-40B4-BE49-F238E27FC236}">
                  <a16:creationId xmlns:a16="http://schemas.microsoft.com/office/drawing/2014/main" id="{8BBBB143-98D7-0C6E-570D-A4176ADC6A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07406" y="381526"/>
              <a:ext cx="131798" cy="181764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977F7EE-786E-A673-719C-1AB3CDEFC6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73305" y="956427"/>
              <a:ext cx="0" cy="424800"/>
            </a:xfrm>
            <a:prstGeom prst="line">
              <a:avLst/>
            </a:prstGeom>
            <a:ln w="8890" cap="flat" cmpd="sng" algn="ctr">
              <a:solidFill>
                <a:schemeClr val="accent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opyright line">
            <a:extLst>
              <a:ext uri="{FF2B5EF4-FFF2-40B4-BE49-F238E27FC236}">
                <a16:creationId xmlns:a16="http://schemas.microsoft.com/office/drawing/2014/main" id="{291C43FE-3AF8-5160-144A-B4E2B09E2C03}"/>
              </a:ext>
            </a:extLst>
          </p:cNvPr>
          <p:cNvSpPr txBox="1">
            <a:spLocks/>
          </p:cNvSpPr>
          <p:nvPr userDrawn="1"/>
        </p:nvSpPr>
        <p:spPr>
          <a:xfrm>
            <a:off x="4112811" y="6380158"/>
            <a:ext cx="2168832" cy="3607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1F3F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31">
                <a:solidFill>
                  <a:schemeClr val="accent4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© 2024 Synpulse. Private &amp; confidential.</a:t>
            </a:r>
            <a:endParaRPr lang="en-US" sz="731">
              <a:solidFill>
                <a:schemeClr val="accent4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F898E9B-F29F-2CA8-4D9C-FA9DCCB51A3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666" y="6443817"/>
            <a:ext cx="381001" cy="152400"/>
          </a:xfrm>
          <a:prstGeom prst="rect">
            <a:avLst/>
          </a:prstGeom>
        </p:spPr>
      </p:pic>
      <p:grpSp>
        <p:nvGrpSpPr>
          <p:cNvPr id="60" name="SP Agenda Section" hidden="1">
            <a:extLst>
              <a:ext uri="{FF2B5EF4-FFF2-40B4-BE49-F238E27FC236}">
                <a16:creationId xmlns:a16="http://schemas.microsoft.com/office/drawing/2014/main" id="{4E3818A9-A136-E961-4CC5-1B002B566D09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61" name="Section Title" hidden="1">
              <a:extLst>
                <a:ext uri="{FF2B5EF4-FFF2-40B4-BE49-F238E27FC236}">
                  <a16:creationId xmlns:a16="http://schemas.microsoft.com/office/drawing/2014/main" id="{97E5979F-DE78-27BC-3888-88D4C821B01E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62" name="Section Number" hidden="1">
              <a:extLst>
                <a:ext uri="{FF2B5EF4-FFF2-40B4-BE49-F238E27FC236}">
                  <a16:creationId xmlns:a16="http://schemas.microsoft.com/office/drawing/2014/main" id="{FDB451B1-4152-A4B7-10EE-6588AC82AD64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grpSp>
        <p:nvGrpSpPr>
          <p:cNvPr id="8" name="SP Agenda Subsection" hidden="1">
            <a:extLst>
              <a:ext uri="{FF2B5EF4-FFF2-40B4-BE49-F238E27FC236}">
                <a16:creationId xmlns:a16="http://schemas.microsoft.com/office/drawing/2014/main" id="{910DBF23-3E3C-2FE2-BE7C-502FC03A0520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9" name="Section Title" hidden="1">
              <a:extLst>
                <a:ext uri="{FF2B5EF4-FFF2-40B4-BE49-F238E27FC236}">
                  <a16:creationId xmlns:a16="http://schemas.microsoft.com/office/drawing/2014/main" id="{A003C591-853C-554D-6082-1452669D7F4A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12" name="Section Number" hidden="1">
              <a:extLst>
                <a:ext uri="{FF2B5EF4-FFF2-40B4-BE49-F238E27FC236}">
                  <a16:creationId xmlns:a16="http://schemas.microsoft.com/office/drawing/2014/main" id="{99C4D857-82E3-F2F7-5CA1-D5577E46CF0D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pic>
        <p:nvPicPr>
          <p:cNvPr id="5" name="Picture 4" descr="A person standing in front of a group of people  Description automatically generated">
            <a:extLst>
              <a:ext uri="{FF2B5EF4-FFF2-40B4-BE49-F238E27FC236}">
                <a16:creationId xmlns:a16="http://schemas.microsoft.com/office/drawing/2014/main" id="{7D9CF041-ADB2-8856-F04B-7839A2C4992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45229" r="4431"/>
          <a:stretch/>
        </p:blipFill>
        <p:spPr>
          <a:xfrm>
            <a:off x="6819901" y="1720800"/>
            <a:ext cx="4596119" cy="51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97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 Divider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">
            <a:extLst>
              <a:ext uri="{FF2B5EF4-FFF2-40B4-BE49-F238E27FC236}">
                <a16:creationId xmlns:a16="http://schemas.microsoft.com/office/drawing/2014/main" id="{992EA692-87FC-3BE5-24D6-0FA4A74107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951" y="4838442"/>
            <a:ext cx="4117748" cy="3607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Enter supporting title text here</a:t>
            </a:r>
          </a:p>
        </p:txBody>
      </p:sp>
      <p:grpSp>
        <p:nvGrpSpPr>
          <p:cNvPr id="14" name="S cross">
            <a:extLst>
              <a:ext uri="{FF2B5EF4-FFF2-40B4-BE49-F238E27FC236}">
                <a16:creationId xmlns:a16="http://schemas.microsoft.com/office/drawing/2014/main" id="{16CB6C22-5462-904C-1EB9-5525AADB7832}"/>
              </a:ext>
            </a:extLst>
          </p:cNvPr>
          <p:cNvGrpSpPr/>
          <p:nvPr userDrawn="1"/>
        </p:nvGrpSpPr>
        <p:grpSpPr>
          <a:xfrm>
            <a:off x="11638739" y="260352"/>
            <a:ext cx="363573" cy="1120877"/>
            <a:chOff x="11591519" y="260350"/>
            <a:chExt cx="363573" cy="1120877"/>
          </a:xfrm>
        </p:grpSpPr>
        <p:sp>
          <p:nvSpPr>
            <p:cNvPr id="22" name="Shape 11">
              <a:extLst>
                <a:ext uri="{FF2B5EF4-FFF2-40B4-BE49-F238E27FC236}">
                  <a16:creationId xmlns:a16="http://schemas.microsoft.com/office/drawing/2014/main" id="{DCDBB369-D0E6-7EFF-54C6-AD9F26367FFA}"/>
                </a:ext>
              </a:extLst>
            </p:cNvPr>
            <p:cNvSpPr/>
            <p:nvPr userDrawn="1"/>
          </p:nvSpPr>
          <p:spPr>
            <a:xfrm>
              <a:off x="11591519" y="260350"/>
              <a:ext cx="363573" cy="908819"/>
            </a:xfrm>
            <a:prstGeom prst="rect">
              <a:avLst/>
            </a:prstGeom>
            <a:solidFill>
              <a:schemeClr val="bg1"/>
            </a:solidFill>
            <a:ln w="889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463"/>
            </a:p>
          </p:txBody>
        </p:sp>
        <p:pic>
          <p:nvPicPr>
            <p:cNvPr id="23" name="Image 15" descr=" ">
              <a:extLst>
                <a:ext uri="{FF2B5EF4-FFF2-40B4-BE49-F238E27FC236}">
                  <a16:creationId xmlns:a16="http://schemas.microsoft.com/office/drawing/2014/main" id="{8BBBB143-98D7-0C6E-570D-A4176ADC6A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07406" y="381526"/>
              <a:ext cx="131798" cy="181764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977F7EE-786E-A673-719C-1AB3CDEFC6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73305" y="956427"/>
              <a:ext cx="0" cy="424800"/>
            </a:xfrm>
            <a:prstGeom prst="line">
              <a:avLst/>
            </a:prstGeom>
            <a:ln w="8890" cap="flat" cmpd="sng" algn="ctr">
              <a:solidFill>
                <a:schemeClr val="accent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hape 18">
            <a:extLst>
              <a:ext uri="{FF2B5EF4-FFF2-40B4-BE49-F238E27FC236}">
                <a16:creationId xmlns:a16="http://schemas.microsoft.com/office/drawing/2014/main" id="{07F0049B-07F1-31E5-46D5-75F4E5D78B37}"/>
              </a:ext>
            </a:extLst>
          </p:cNvPr>
          <p:cNvSpPr/>
          <p:nvPr userDrawn="1"/>
        </p:nvSpPr>
        <p:spPr>
          <a:xfrm>
            <a:off x="11410801" y="1720800"/>
            <a:ext cx="781200" cy="5137200"/>
          </a:xfrm>
          <a:prstGeom prst="rect">
            <a:avLst/>
          </a:prstGeom>
          <a:solidFill>
            <a:srgbClr val="66798C"/>
          </a:solidFill>
          <a:ln/>
        </p:spPr>
        <p:txBody>
          <a:bodyPr/>
          <a:lstStyle/>
          <a:p>
            <a:endParaRPr lang="en-US" sz="1463"/>
          </a:p>
        </p:txBody>
      </p:sp>
      <p:sp>
        <p:nvSpPr>
          <p:cNvPr id="5" name="2024">
            <a:extLst>
              <a:ext uri="{FF2B5EF4-FFF2-40B4-BE49-F238E27FC236}">
                <a16:creationId xmlns:a16="http://schemas.microsoft.com/office/drawing/2014/main" id="{0C4BE33B-6CEA-3590-A057-7EA7E6B2C1B0}"/>
              </a:ext>
            </a:extLst>
          </p:cNvPr>
          <p:cNvSpPr/>
          <p:nvPr userDrawn="1"/>
        </p:nvSpPr>
        <p:spPr>
          <a:xfrm rot="16200000">
            <a:off x="10062617" y="4842854"/>
            <a:ext cx="3474540" cy="194321"/>
          </a:xfrm>
          <a:prstGeom prst="rect">
            <a:avLst/>
          </a:prstGeom>
          <a:noFill/>
          <a:ln/>
        </p:spPr>
        <p:txBody>
          <a:bodyPr wrap="square" lIns="204750" tIns="0" rIns="0" bIns="0" rtlCol="0" anchor="t"/>
          <a:lstStyle/>
          <a:p>
            <a:pPr marL="0" indent="0" algn="l">
              <a:buNone/>
            </a:pPr>
            <a:r>
              <a:rPr lang="en-US" sz="975" kern="0" spc="156">
                <a:solidFill>
                  <a:srgbClr val="FFFFFF">
                    <a:alpha val="100000"/>
                  </a:srgbClr>
                </a:solidFill>
                <a:latin typeface="+mn-lt"/>
                <a:ea typeface="Source Sans Pro Regular"/>
                <a:cs typeface="Source Sans Pro Regular" pitchFamily="34" charset="-120"/>
              </a:rPr>
              <a:t>2024</a:t>
            </a:r>
            <a:endParaRPr lang="en-US" sz="975">
              <a:latin typeface="+mn-lt"/>
              <a:ea typeface="Source Sans Pro Regular"/>
            </a:endParaRPr>
          </a:p>
        </p:txBody>
      </p:sp>
      <p:sp>
        <p:nvSpPr>
          <p:cNvPr id="7" name="Copyright line">
            <a:extLst>
              <a:ext uri="{FF2B5EF4-FFF2-40B4-BE49-F238E27FC236}">
                <a16:creationId xmlns:a16="http://schemas.microsoft.com/office/drawing/2014/main" id="{160125AF-C6E6-8FAB-3694-D99CEB427A7F}"/>
              </a:ext>
            </a:extLst>
          </p:cNvPr>
          <p:cNvSpPr txBox="1">
            <a:spLocks/>
          </p:cNvSpPr>
          <p:nvPr userDrawn="1"/>
        </p:nvSpPr>
        <p:spPr>
          <a:xfrm>
            <a:off x="4112811" y="6380158"/>
            <a:ext cx="2168832" cy="3607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1F3F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31">
                <a:solidFill>
                  <a:schemeClr val="accent4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© 2024 Synpulse. Private &amp; confidential.</a:t>
            </a:r>
            <a:endParaRPr lang="en-US" sz="731">
              <a:solidFill>
                <a:schemeClr val="accent4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17AE894-0588-C2B5-AC57-16A767E74B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666" y="6443817"/>
            <a:ext cx="381001" cy="152400"/>
          </a:xfrm>
          <a:prstGeom prst="rect">
            <a:avLst/>
          </a:prstGeom>
        </p:spPr>
      </p:pic>
      <p:grpSp>
        <p:nvGrpSpPr>
          <p:cNvPr id="60" name="SP Agenda Section" hidden="1">
            <a:extLst>
              <a:ext uri="{FF2B5EF4-FFF2-40B4-BE49-F238E27FC236}">
                <a16:creationId xmlns:a16="http://schemas.microsoft.com/office/drawing/2014/main" id="{4E3818A9-A136-E961-4CC5-1B002B566D09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61" name="Section Title" hidden="1">
              <a:extLst>
                <a:ext uri="{FF2B5EF4-FFF2-40B4-BE49-F238E27FC236}">
                  <a16:creationId xmlns:a16="http://schemas.microsoft.com/office/drawing/2014/main" id="{97E5979F-DE78-27BC-3888-88D4C821B01E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62" name="Section Number" hidden="1">
              <a:extLst>
                <a:ext uri="{FF2B5EF4-FFF2-40B4-BE49-F238E27FC236}">
                  <a16:creationId xmlns:a16="http://schemas.microsoft.com/office/drawing/2014/main" id="{FDB451B1-4152-A4B7-10EE-6588AC82AD64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grpSp>
        <p:nvGrpSpPr>
          <p:cNvPr id="8" name="SP Agenda Subsection" hidden="1">
            <a:extLst>
              <a:ext uri="{FF2B5EF4-FFF2-40B4-BE49-F238E27FC236}">
                <a16:creationId xmlns:a16="http://schemas.microsoft.com/office/drawing/2014/main" id="{910DBF23-3E3C-2FE2-BE7C-502FC03A0520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9" name="Section Title" hidden="1">
              <a:extLst>
                <a:ext uri="{FF2B5EF4-FFF2-40B4-BE49-F238E27FC236}">
                  <a16:creationId xmlns:a16="http://schemas.microsoft.com/office/drawing/2014/main" id="{A003C591-853C-554D-6082-1452669D7F4A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12" name="Section Number" hidden="1">
              <a:extLst>
                <a:ext uri="{FF2B5EF4-FFF2-40B4-BE49-F238E27FC236}">
                  <a16:creationId xmlns:a16="http://schemas.microsoft.com/office/drawing/2014/main" id="{99C4D857-82E3-F2F7-5CA1-D5577E46CF0D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pic>
        <p:nvPicPr>
          <p:cNvPr id="6" name="Picture 5" descr="A person holding a credit card and looking at a computer  Description automatically generated">
            <a:extLst>
              <a:ext uri="{FF2B5EF4-FFF2-40B4-BE49-F238E27FC236}">
                <a16:creationId xmlns:a16="http://schemas.microsoft.com/office/drawing/2014/main" id="{B2FF9E22-A421-9621-AC77-6C68E79A5A7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30984" r="22166" b="6805"/>
          <a:stretch/>
        </p:blipFill>
        <p:spPr>
          <a:xfrm>
            <a:off x="6826252" y="1722973"/>
            <a:ext cx="4589769" cy="51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73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 Divider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">
            <a:extLst>
              <a:ext uri="{FF2B5EF4-FFF2-40B4-BE49-F238E27FC236}">
                <a16:creationId xmlns:a16="http://schemas.microsoft.com/office/drawing/2014/main" id="{992EA692-87FC-3BE5-24D6-0FA4A74107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951" y="4838442"/>
            <a:ext cx="4117748" cy="3607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Enter supporting title text here</a:t>
            </a:r>
          </a:p>
        </p:txBody>
      </p:sp>
      <p:grpSp>
        <p:nvGrpSpPr>
          <p:cNvPr id="14" name="S cross">
            <a:extLst>
              <a:ext uri="{FF2B5EF4-FFF2-40B4-BE49-F238E27FC236}">
                <a16:creationId xmlns:a16="http://schemas.microsoft.com/office/drawing/2014/main" id="{16CB6C22-5462-904C-1EB9-5525AADB7832}"/>
              </a:ext>
            </a:extLst>
          </p:cNvPr>
          <p:cNvGrpSpPr/>
          <p:nvPr userDrawn="1"/>
        </p:nvGrpSpPr>
        <p:grpSpPr>
          <a:xfrm>
            <a:off x="11638739" y="260352"/>
            <a:ext cx="363573" cy="1120877"/>
            <a:chOff x="11591519" y="260350"/>
            <a:chExt cx="363573" cy="1120877"/>
          </a:xfrm>
        </p:grpSpPr>
        <p:sp>
          <p:nvSpPr>
            <p:cNvPr id="22" name="Shape 11">
              <a:extLst>
                <a:ext uri="{FF2B5EF4-FFF2-40B4-BE49-F238E27FC236}">
                  <a16:creationId xmlns:a16="http://schemas.microsoft.com/office/drawing/2014/main" id="{DCDBB369-D0E6-7EFF-54C6-AD9F26367FFA}"/>
                </a:ext>
              </a:extLst>
            </p:cNvPr>
            <p:cNvSpPr/>
            <p:nvPr userDrawn="1"/>
          </p:nvSpPr>
          <p:spPr>
            <a:xfrm>
              <a:off x="11591519" y="260350"/>
              <a:ext cx="363573" cy="908819"/>
            </a:xfrm>
            <a:prstGeom prst="rect">
              <a:avLst/>
            </a:prstGeom>
            <a:solidFill>
              <a:schemeClr val="bg1"/>
            </a:solidFill>
            <a:ln w="889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463"/>
            </a:p>
          </p:txBody>
        </p:sp>
        <p:pic>
          <p:nvPicPr>
            <p:cNvPr id="23" name="Image 15" descr=" ">
              <a:extLst>
                <a:ext uri="{FF2B5EF4-FFF2-40B4-BE49-F238E27FC236}">
                  <a16:creationId xmlns:a16="http://schemas.microsoft.com/office/drawing/2014/main" id="{8BBBB143-98D7-0C6E-570D-A4176ADC6A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07406" y="381526"/>
              <a:ext cx="131798" cy="181764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977F7EE-786E-A673-719C-1AB3CDEFC6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73305" y="956427"/>
              <a:ext cx="0" cy="424800"/>
            </a:xfrm>
            <a:prstGeom prst="line">
              <a:avLst/>
            </a:prstGeom>
            <a:ln w="8890" cap="flat" cmpd="sng" algn="ctr">
              <a:solidFill>
                <a:schemeClr val="accent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hape 18">
            <a:extLst>
              <a:ext uri="{FF2B5EF4-FFF2-40B4-BE49-F238E27FC236}">
                <a16:creationId xmlns:a16="http://schemas.microsoft.com/office/drawing/2014/main" id="{B7F7CBC3-C9FC-9BB8-D5C1-B586EDC041CB}"/>
              </a:ext>
            </a:extLst>
          </p:cNvPr>
          <p:cNvSpPr/>
          <p:nvPr userDrawn="1"/>
        </p:nvSpPr>
        <p:spPr>
          <a:xfrm>
            <a:off x="11410801" y="1720800"/>
            <a:ext cx="781200" cy="5137200"/>
          </a:xfrm>
          <a:prstGeom prst="rect">
            <a:avLst/>
          </a:prstGeom>
          <a:solidFill>
            <a:srgbClr val="66798C"/>
          </a:solidFill>
          <a:ln/>
        </p:spPr>
        <p:txBody>
          <a:bodyPr/>
          <a:lstStyle/>
          <a:p>
            <a:endParaRPr lang="en-US" sz="1463"/>
          </a:p>
        </p:txBody>
      </p:sp>
      <p:sp>
        <p:nvSpPr>
          <p:cNvPr id="5" name="2024">
            <a:extLst>
              <a:ext uri="{FF2B5EF4-FFF2-40B4-BE49-F238E27FC236}">
                <a16:creationId xmlns:a16="http://schemas.microsoft.com/office/drawing/2014/main" id="{81A8D075-983B-31AF-4642-3C6F4F9B53EC}"/>
              </a:ext>
            </a:extLst>
          </p:cNvPr>
          <p:cNvSpPr/>
          <p:nvPr userDrawn="1"/>
        </p:nvSpPr>
        <p:spPr>
          <a:xfrm rot="16200000">
            <a:off x="10062617" y="4842854"/>
            <a:ext cx="3474540" cy="194321"/>
          </a:xfrm>
          <a:prstGeom prst="rect">
            <a:avLst/>
          </a:prstGeom>
          <a:noFill/>
          <a:ln/>
        </p:spPr>
        <p:txBody>
          <a:bodyPr wrap="square" lIns="204750" tIns="0" rIns="0" bIns="0" rtlCol="0" anchor="t"/>
          <a:lstStyle/>
          <a:p>
            <a:pPr marL="0" indent="0" algn="l">
              <a:buNone/>
            </a:pPr>
            <a:r>
              <a:rPr lang="en-US" sz="975" kern="0" spc="156">
                <a:solidFill>
                  <a:srgbClr val="FFFFFF">
                    <a:alpha val="100000"/>
                  </a:srgbClr>
                </a:solidFill>
                <a:latin typeface="+mn-lt"/>
                <a:ea typeface="Source Sans Pro Regular"/>
                <a:cs typeface="Source Sans Pro Regular" pitchFamily="34" charset="-120"/>
              </a:rPr>
              <a:t>2024</a:t>
            </a:r>
            <a:endParaRPr lang="en-US" sz="975">
              <a:latin typeface="+mn-lt"/>
              <a:ea typeface="Source Sans Pro Regular"/>
            </a:endParaRPr>
          </a:p>
        </p:txBody>
      </p:sp>
      <p:sp>
        <p:nvSpPr>
          <p:cNvPr id="7" name="Copyright line">
            <a:extLst>
              <a:ext uri="{FF2B5EF4-FFF2-40B4-BE49-F238E27FC236}">
                <a16:creationId xmlns:a16="http://schemas.microsoft.com/office/drawing/2014/main" id="{0DEF6A4B-C9C4-793C-892C-C598F5F1AED4}"/>
              </a:ext>
            </a:extLst>
          </p:cNvPr>
          <p:cNvSpPr txBox="1">
            <a:spLocks/>
          </p:cNvSpPr>
          <p:nvPr userDrawn="1"/>
        </p:nvSpPr>
        <p:spPr>
          <a:xfrm>
            <a:off x="4112811" y="6380158"/>
            <a:ext cx="2168832" cy="3607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1F3F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31">
                <a:solidFill>
                  <a:schemeClr val="accent4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© 2024 Synpulse. Private &amp; confidential.</a:t>
            </a:r>
            <a:endParaRPr lang="en-US" sz="731">
              <a:solidFill>
                <a:schemeClr val="accent4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A4CF9D9-EABA-5579-F1F9-A53EA2259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666" y="6443817"/>
            <a:ext cx="381001" cy="152400"/>
          </a:xfrm>
          <a:prstGeom prst="rect">
            <a:avLst/>
          </a:prstGeom>
        </p:spPr>
      </p:pic>
      <p:grpSp>
        <p:nvGrpSpPr>
          <p:cNvPr id="60" name="SP Agenda Section" hidden="1">
            <a:extLst>
              <a:ext uri="{FF2B5EF4-FFF2-40B4-BE49-F238E27FC236}">
                <a16:creationId xmlns:a16="http://schemas.microsoft.com/office/drawing/2014/main" id="{4E3818A9-A136-E961-4CC5-1B002B566D09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61" name="Section Title" hidden="1">
              <a:extLst>
                <a:ext uri="{FF2B5EF4-FFF2-40B4-BE49-F238E27FC236}">
                  <a16:creationId xmlns:a16="http://schemas.microsoft.com/office/drawing/2014/main" id="{97E5979F-DE78-27BC-3888-88D4C821B01E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62" name="Section Number" hidden="1">
              <a:extLst>
                <a:ext uri="{FF2B5EF4-FFF2-40B4-BE49-F238E27FC236}">
                  <a16:creationId xmlns:a16="http://schemas.microsoft.com/office/drawing/2014/main" id="{FDB451B1-4152-A4B7-10EE-6588AC82AD64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grpSp>
        <p:nvGrpSpPr>
          <p:cNvPr id="8" name="SP Agenda Subsection" hidden="1">
            <a:extLst>
              <a:ext uri="{FF2B5EF4-FFF2-40B4-BE49-F238E27FC236}">
                <a16:creationId xmlns:a16="http://schemas.microsoft.com/office/drawing/2014/main" id="{910DBF23-3E3C-2FE2-BE7C-502FC03A0520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9" name="Section Title" hidden="1">
              <a:extLst>
                <a:ext uri="{FF2B5EF4-FFF2-40B4-BE49-F238E27FC236}">
                  <a16:creationId xmlns:a16="http://schemas.microsoft.com/office/drawing/2014/main" id="{A003C591-853C-554D-6082-1452669D7F4A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12" name="Section Number" hidden="1">
              <a:extLst>
                <a:ext uri="{FF2B5EF4-FFF2-40B4-BE49-F238E27FC236}">
                  <a16:creationId xmlns:a16="http://schemas.microsoft.com/office/drawing/2014/main" id="{99C4D857-82E3-F2F7-5CA1-D5577E46CF0D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pic>
        <p:nvPicPr>
          <p:cNvPr id="3" name="Picture 2" descr="A person and person standing in front of a glass wall  Description automatically generated">
            <a:extLst>
              <a:ext uri="{FF2B5EF4-FFF2-40B4-BE49-F238E27FC236}">
                <a16:creationId xmlns:a16="http://schemas.microsoft.com/office/drawing/2014/main" id="{F32C789C-3CA7-0DC6-15C0-05823E6EE25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21106" r="16566"/>
          <a:stretch/>
        </p:blipFill>
        <p:spPr>
          <a:xfrm>
            <a:off x="6819901" y="1720800"/>
            <a:ext cx="4590448" cy="51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5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 Divider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">
            <a:extLst>
              <a:ext uri="{FF2B5EF4-FFF2-40B4-BE49-F238E27FC236}">
                <a16:creationId xmlns:a16="http://schemas.microsoft.com/office/drawing/2014/main" id="{992EA692-87FC-3BE5-24D6-0FA4A74107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951" y="4838442"/>
            <a:ext cx="4117748" cy="3607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Enter supporting title text here</a:t>
            </a:r>
          </a:p>
        </p:txBody>
      </p:sp>
      <p:grpSp>
        <p:nvGrpSpPr>
          <p:cNvPr id="14" name="S cross">
            <a:extLst>
              <a:ext uri="{FF2B5EF4-FFF2-40B4-BE49-F238E27FC236}">
                <a16:creationId xmlns:a16="http://schemas.microsoft.com/office/drawing/2014/main" id="{16CB6C22-5462-904C-1EB9-5525AADB7832}"/>
              </a:ext>
            </a:extLst>
          </p:cNvPr>
          <p:cNvGrpSpPr/>
          <p:nvPr userDrawn="1"/>
        </p:nvGrpSpPr>
        <p:grpSpPr>
          <a:xfrm>
            <a:off x="11638739" y="260352"/>
            <a:ext cx="363573" cy="1120877"/>
            <a:chOff x="11591519" y="260350"/>
            <a:chExt cx="363573" cy="1120877"/>
          </a:xfrm>
        </p:grpSpPr>
        <p:sp>
          <p:nvSpPr>
            <p:cNvPr id="22" name="Shape 11">
              <a:extLst>
                <a:ext uri="{FF2B5EF4-FFF2-40B4-BE49-F238E27FC236}">
                  <a16:creationId xmlns:a16="http://schemas.microsoft.com/office/drawing/2014/main" id="{DCDBB369-D0E6-7EFF-54C6-AD9F26367FFA}"/>
                </a:ext>
              </a:extLst>
            </p:cNvPr>
            <p:cNvSpPr/>
            <p:nvPr userDrawn="1"/>
          </p:nvSpPr>
          <p:spPr>
            <a:xfrm>
              <a:off x="11591519" y="260350"/>
              <a:ext cx="363573" cy="908819"/>
            </a:xfrm>
            <a:prstGeom prst="rect">
              <a:avLst/>
            </a:prstGeom>
            <a:solidFill>
              <a:schemeClr val="bg1"/>
            </a:solidFill>
            <a:ln w="889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463"/>
            </a:p>
          </p:txBody>
        </p:sp>
        <p:pic>
          <p:nvPicPr>
            <p:cNvPr id="23" name="Image 15" descr=" ">
              <a:extLst>
                <a:ext uri="{FF2B5EF4-FFF2-40B4-BE49-F238E27FC236}">
                  <a16:creationId xmlns:a16="http://schemas.microsoft.com/office/drawing/2014/main" id="{8BBBB143-98D7-0C6E-570D-A4176ADC6A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07406" y="381526"/>
              <a:ext cx="131798" cy="181764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977F7EE-786E-A673-719C-1AB3CDEFC6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73305" y="956427"/>
              <a:ext cx="0" cy="424800"/>
            </a:xfrm>
            <a:prstGeom prst="line">
              <a:avLst/>
            </a:prstGeom>
            <a:ln w="8890" cap="flat" cmpd="sng" algn="ctr">
              <a:solidFill>
                <a:schemeClr val="accent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hape 18">
            <a:extLst>
              <a:ext uri="{FF2B5EF4-FFF2-40B4-BE49-F238E27FC236}">
                <a16:creationId xmlns:a16="http://schemas.microsoft.com/office/drawing/2014/main" id="{69879B57-D60B-CAA7-45E0-877FFFE0AE29}"/>
              </a:ext>
            </a:extLst>
          </p:cNvPr>
          <p:cNvSpPr/>
          <p:nvPr userDrawn="1"/>
        </p:nvSpPr>
        <p:spPr>
          <a:xfrm>
            <a:off x="11410801" y="1720800"/>
            <a:ext cx="781200" cy="5137200"/>
          </a:xfrm>
          <a:prstGeom prst="rect">
            <a:avLst/>
          </a:prstGeom>
          <a:solidFill>
            <a:srgbClr val="66798C"/>
          </a:solidFill>
          <a:ln/>
        </p:spPr>
        <p:txBody>
          <a:bodyPr/>
          <a:lstStyle/>
          <a:p>
            <a:endParaRPr lang="en-US" sz="1463"/>
          </a:p>
        </p:txBody>
      </p:sp>
      <p:sp>
        <p:nvSpPr>
          <p:cNvPr id="5" name="2024">
            <a:extLst>
              <a:ext uri="{FF2B5EF4-FFF2-40B4-BE49-F238E27FC236}">
                <a16:creationId xmlns:a16="http://schemas.microsoft.com/office/drawing/2014/main" id="{1F32CDDE-D8CA-5F27-F669-177D14FF322B}"/>
              </a:ext>
            </a:extLst>
          </p:cNvPr>
          <p:cNvSpPr/>
          <p:nvPr userDrawn="1"/>
        </p:nvSpPr>
        <p:spPr>
          <a:xfrm rot="16200000">
            <a:off x="10062617" y="4842854"/>
            <a:ext cx="3474540" cy="194321"/>
          </a:xfrm>
          <a:prstGeom prst="rect">
            <a:avLst/>
          </a:prstGeom>
          <a:noFill/>
          <a:ln/>
        </p:spPr>
        <p:txBody>
          <a:bodyPr wrap="square" lIns="204750" tIns="0" rIns="0" bIns="0" rtlCol="0" anchor="t"/>
          <a:lstStyle/>
          <a:p>
            <a:pPr marL="0" indent="0" algn="l">
              <a:buNone/>
            </a:pPr>
            <a:r>
              <a:rPr lang="en-US" sz="975" kern="0" spc="156">
                <a:solidFill>
                  <a:srgbClr val="FFFFFF">
                    <a:alpha val="100000"/>
                  </a:srgbClr>
                </a:solidFill>
                <a:latin typeface="+mn-lt"/>
                <a:ea typeface="Source Sans Pro Regular"/>
                <a:cs typeface="Source Sans Pro Regular" pitchFamily="34" charset="-120"/>
              </a:rPr>
              <a:t>2024</a:t>
            </a:r>
            <a:endParaRPr lang="en-US" sz="975">
              <a:latin typeface="+mn-lt"/>
              <a:ea typeface="Source Sans Pro Regular"/>
            </a:endParaRPr>
          </a:p>
        </p:txBody>
      </p:sp>
      <p:sp>
        <p:nvSpPr>
          <p:cNvPr id="7" name="Copyright line">
            <a:extLst>
              <a:ext uri="{FF2B5EF4-FFF2-40B4-BE49-F238E27FC236}">
                <a16:creationId xmlns:a16="http://schemas.microsoft.com/office/drawing/2014/main" id="{8084C738-3CC0-F10B-E52B-8947A4C2F8C4}"/>
              </a:ext>
            </a:extLst>
          </p:cNvPr>
          <p:cNvSpPr txBox="1">
            <a:spLocks/>
          </p:cNvSpPr>
          <p:nvPr userDrawn="1"/>
        </p:nvSpPr>
        <p:spPr>
          <a:xfrm>
            <a:off x="4112811" y="6380158"/>
            <a:ext cx="2168832" cy="3607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1F3F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31">
                <a:solidFill>
                  <a:schemeClr val="accent4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© 2024 Synpulse. Private &amp; confidential.</a:t>
            </a:r>
            <a:endParaRPr lang="en-US" sz="731">
              <a:solidFill>
                <a:schemeClr val="accent4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9D4197A-D90C-E5CD-0140-DC5896EDB5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666" y="6443817"/>
            <a:ext cx="381001" cy="152400"/>
          </a:xfrm>
          <a:prstGeom prst="rect">
            <a:avLst/>
          </a:prstGeom>
        </p:spPr>
      </p:pic>
      <p:grpSp>
        <p:nvGrpSpPr>
          <p:cNvPr id="60" name="SP Agenda Section" hidden="1">
            <a:extLst>
              <a:ext uri="{FF2B5EF4-FFF2-40B4-BE49-F238E27FC236}">
                <a16:creationId xmlns:a16="http://schemas.microsoft.com/office/drawing/2014/main" id="{4E3818A9-A136-E961-4CC5-1B002B566D09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61" name="Section Title" hidden="1">
              <a:extLst>
                <a:ext uri="{FF2B5EF4-FFF2-40B4-BE49-F238E27FC236}">
                  <a16:creationId xmlns:a16="http://schemas.microsoft.com/office/drawing/2014/main" id="{97E5979F-DE78-27BC-3888-88D4C821B01E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62" name="Section Number" hidden="1">
              <a:extLst>
                <a:ext uri="{FF2B5EF4-FFF2-40B4-BE49-F238E27FC236}">
                  <a16:creationId xmlns:a16="http://schemas.microsoft.com/office/drawing/2014/main" id="{FDB451B1-4152-A4B7-10EE-6588AC82AD64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grpSp>
        <p:nvGrpSpPr>
          <p:cNvPr id="8" name="SP Agenda Subsection" hidden="1">
            <a:extLst>
              <a:ext uri="{FF2B5EF4-FFF2-40B4-BE49-F238E27FC236}">
                <a16:creationId xmlns:a16="http://schemas.microsoft.com/office/drawing/2014/main" id="{910DBF23-3E3C-2FE2-BE7C-502FC03A0520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9" name="Section Title" hidden="1">
              <a:extLst>
                <a:ext uri="{FF2B5EF4-FFF2-40B4-BE49-F238E27FC236}">
                  <a16:creationId xmlns:a16="http://schemas.microsoft.com/office/drawing/2014/main" id="{A003C591-853C-554D-6082-1452669D7F4A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12" name="Section Number" hidden="1">
              <a:extLst>
                <a:ext uri="{FF2B5EF4-FFF2-40B4-BE49-F238E27FC236}">
                  <a16:creationId xmlns:a16="http://schemas.microsoft.com/office/drawing/2014/main" id="{99C4D857-82E3-F2F7-5CA1-D5577E46CF0D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pic>
        <p:nvPicPr>
          <p:cNvPr id="3" name="Picture 2" descr="A person shaking hands with another person  Description automatically generated">
            <a:extLst>
              <a:ext uri="{FF2B5EF4-FFF2-40B4-BE49-F238E27FC236}">
                <a16:creationId xmlns:a16="http://schemas.microsoft.com/office/drawing/2014/main" id="{6921977C-8E28-63FD-1A7E-30AE016C873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17432" t="320" r="38732" b="12958"/>
          <a:stretch/>
        </p:blipFill>
        <p:spPr>
          <a:xfrm>
            <a:off x="6800850" y="1720800"/>
            <a:ext cx="4615168" cy="51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33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 Divider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">
            <a:extLst>
              <a:ext uri="{FF2B5EF4-FFF2-40B4-BE49-F238E27FC236}">
                <a16:creationId xmlns:a16="http://schemas.microsoft.com/office/drawing/2014/main" id="{992EA692-87FC-3BE5-24D6-0FA4A74107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951" y="4838442"/>
            <a:ext cx="4117748" cy="3607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Enter supporting title text here</a:t>
            </a:r>
          </a:p>
        </p:txBody>
      </p:sp>
      <p:grpSp>
        <p:nvGrpSpPr>
          <p:cNvPr id="14" name="S cross">
            <a:extLst>
              <a:ext uri="{FF2B5EF4-FFF2-40B4-BE49-F238E27FC236}">
                <a16:creationId xmlns:a16="http://schemas.microsoft.com/office/drawing/2014/main" id="{16CB6C22-5462-904C-1EB9-5525AADB7832}"/>
              </a:ext>
            </a:extLst>
          </p:cNvPr>
          <p:cNvGrpSpPr/>
          <p:nvPr userDrawn="1"/>
        </p:nvGrpSpPr>
        <p:grpSpPr>
          <a:xfrm>
            <a:off x="11638739" y="260352"/>
            <a:ext cx="363573" cy="1120877"/>
            <a:chOff x="11591519" y="260350"/>
            <a:chExt cx="363573" cy="1120877"/>
          </a:xfrm>
        </p:grpSpPr>
        <p:sp>
          <p:nvSpPr>
            <p:cNvPr id="22" name="Shape 11">
              <a:extLst>
                <a:ext uri="{FF2B5EF4-FFF2-40B4-BE49-F238E27FC236}">
                  <a16:creationId xmlns:a16="http://schemas.microsoft.com/office/drawing/2014/main" id="{DCDBB369-D0E6-7EFF-54C6-AD9F26367FFA}"/>
                </a:ext>
              </a:extLst>
            </p:cNvPr>
            <p:cNvSpPr/>
            <p:nvPr userDrawn="1"/>
          </p:nvSpPr>
          <p:spPr>
            <a:xfrm>
              <a:off x="11591519" y="260350"/>
              <a:ext cx="363573" cy="908819"/>
            </a:xfrm>
            <a:prstGeom prst="rect">
              <a:avLst/>
            </a:prstGeom>
            <a:solidFill>
              <a:schemeClr val="bg1"/>
            </a:solidFill>
            <a:ln w="889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463"/>
            </a:p>
          </p:txBody>
        </p:sp>
        <p:pic>
          <p:nvPicPr>
            <p:cNvPr id="23" name="Image 15" descr=" ">
              <a:extLst>
                <a:ext uri="{FF2B5EF4-FFF2-40B4-BE49-F238E27FC236}">
                  <a16:creationId xmlns:a16="http://schemas.microsoft.com/office/drawing/2014/main" id="{8BBBB143-98D7-0C6E-570D-A4176ADC6A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07406" y="381526"/>
              <a:ext cx="131798" cy="181764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977F7EE-786E-A673-719C-1AB3CDEFC6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73305" y="956427"/>
              <a:ext cx="0" cy="424800"/>
            </a:xfrm>
            <a:prstGeom prst="line">
              <a:avLst/>
            </a:prstGeom>
            <a:ln w="8890" cap="flat" cmpd="sng" algn="ctr">
              <a:solidFill>
                <a:schemeClr val="accent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hape 18">
            <a:extLst>
              <a:ext uri="{FF2B5EF4-FFF2-40B4-BE49-F238E27FC236}">
                <a16:creationId xmlns:a16="http://schemas.microsoft.com/office/drawing/2014/main" id="{69879B57-D60B-CAA7-45E0-877FFFE0AE29}"/>
              </a:ext>
            </a:extLst>
          </p:cNvPr>
          <p:cNvSpPr/>
          <p:nvPr userDrawn="1"/>
        </p:nvSpPr>
        <p:spPr>
          <a:xfrm>
            <a:off x="11410801" y="1720800"/>
            <a:ext cx="781200" cy="5137200"/>
          </a:xfrm>
          <a:prstGeom prst="rect">
            <a:avLst/>
          </a:prstGeom>
          <a:solidFill>
            <a:srgbClr val="66798C"/>
          </a:solidFill>
          <a:ln/>
        </p:spPr>
        <p:txBody>
          <a:bodyPr/>
          <a:lstStyle/>
          <a:p>
            <a:endParaRPr lang="en-US" sz="1463"/>
          </a:p>
        </p:txBody>
      </p:sp>
      <p:sp>
        <p:nvSpPr>
          <p:cNvPr id="5" name="2024">
            <a:extLst>
              <a:ext uri="{FF2B5EF4-FFF2-40B4-BE49-F238E27FC236}">
                <a16:creationId xmlns:a16="http://schemas.microsoft.com/office/drawing/2014/main" id="{1F32CDDE-D8CA-5F27-F669-177D14FF322B}"/>
              </a:ext>
            </a:extLst>
          </p:cNvPr>
          <p:cNvSpPr/>
          <p:nvPr userDrawn="1"/>
        </p:nvSpPr>
        <p:spPr>
          <a:xfrm rot="16200000">
            <a:off x="10062617" y="4842854"/>
            <a:ext cx="3474540" cy="194321"/>
          </a:xfrm>
          <a:prstGeom prst="rect">
            <a:avLst/>
          </a:prstGeom>
          <a:noFill/>
          <a:ln/>
        </p:spPr>
        <p:txBody>
          <a:bodyPr wrap="square" lIns="204750" tIns="0" rIns="0" bIns="0" rtlCol="0" anchor="t"/>
          <a:lstStyle/>
          <a:p>
            <a:pPr marL="0" indent="0" algn="l">
              <a:buNone/>
            </a:pPr>
            <a:r>
              <a:rPr lang="en-US" sz="975" kern="0" spc="156">
                <a:solidFill>
                  <a:srgbClr val="FFFFFF">
                    <a:alpha val="100000"/>
                  </a:srgbClr>
                </a:solidFill>
                <a:latin typeface="+mn-lt"/>
                <a:ea typeface="Source Sans Pro Regular"/>
                <a:cs typeface="Source Sans Pro Regular" pitchFamily="34" charset="-120"/>
              </a:rPr>
              <a:t>2024</a:t>
            </a:r>
            <a:endParaRPr lang="en-US" sz="975">
              <a:latin typeface="+mn-lt"/>
              <a:ea typeface="Source Sans Pro Regular"/>
            </a:endParaRPr>
          </a:p>
        </p:txBody>
      </p:sp>
      <p:sp>
        <p:nvSpPr>
          <p:cNvPr id="7" name="Copyright line">
            <a:extLst>
              <a:ext uri="{FF2B5EF4-FFF2-40B4-BE49-F238E27FC236}">
                <a16:creationId xmlns:a16="http://schemas.microsoft.com/office/drawing/2014/main" id="{8084C738-3CC0-F10B-E52B-8947A4C2F8C4}"/>
              </a:ext>
            </a:extLst>
          </p:cNvPr>
          <p:cNvSpPr txBox="1">
            <a:spLocks/>
          </p:cNvSpPr>
          <p:nvPr userDrawn="1"/>
        </p:nvSpPr>
        <p:spPr>
          <a:xfrm>
            <a:off x="4112811" y="6380158"/>
            <a:ext cx="2168832" cy="3607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1F3F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31">
                <a:solidFill>
                  <a:schemeClr val="accent4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© 2024 Synpulse. Private &amp; confidential.</a:t>
            </a:r>
            <a:endParaRPr lang="en-US" sz="731">
              <a:solidFill>
                <a:schemeClr val="accent4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157F181-97FF-7D84-581A-A32167B482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666" y="6443817"/>
            <a:ext cx="381001" cy="152400"/>
          </a:xfrm>
          <a:prstGeom prst="rect">
            <a:avLst/>
          </a:prstGeom>
        </p:spPr>
      </p:pic>
      <p:grpSp>
        <p:nvGrpSpPr>
          <p:cNvPr id="60" name="SP Agenda Section" hidden="1">
            <a:extLst>
              <a:ext uri="{FF2B5EF4-FFF2-40B4-BE49-F238E27FC236}">
                <a16:creationId xmlns:a16="http://schemas.microsoft.com/office/drawing/2014/main" id="{4E3818A9-A136-E961-4CC5-1B002B566D09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61" name="Section Title" hidden="1">
              <a:extLst>
                <a:ext uri="{FF2B5EF4-FFF2-40B4-BE49-F238E27FC236}">
                  <a16:creationId xmlns:a16="http://schemas.microsoft.com/office/drawing/2014/main" id="{97E5979F-DE78-27BC-3888-88D4C821B01E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62" name="Section Number" hidden="1">
              <a:extLst>
                <a:ext uri="{FF2B5EF4-FFF2-40B4-BE49-F238E27FC236}">
                  <a16:creationId xmlns:a16="http://schemas.microsoft.com/office/drawing/2014/main" id="{FDB451B1-4152-A4B7-10EE-6588AC82AD64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grpSp>
        <p:nvGrpSpPr>
          <p:cNvPr id="8" name="SP Agenda Subsection" hidden="1">
            <a:extLst>
              <a:ext uri="{FF2B5EF4-FFF2-40B4-BE49-F238E27FC236}">
                <a16:creationId xmlns:a16="http://schemas.microsoft.com/office/drawing/2014/main" id="{910DBF23-3E3C-2FE2-BE7C-502FC03A0520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9" name="Section Title" hidden="1">
              <a:extLst>
                <a:ext uri="{FF2B5EF4-FFF2-40B4-BE49-F238E27FC236}">
                  <a16:creationId xmlns:a16="http://schemas.microsoft.com/office/drawing/2014/main" id="{A003C591-853C-554D-6082-1452669D7F4A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12" name="Section Number" hidden="1">
              <a:extLst>
                <a:ext uri="{FF2B5EF4-FFF2-40B4-BE49-F238E27FC236}">
                  <a16:creationId xmlns:a16="http://schemas.microsoft.com/office/drawing/2014/main" id="{99C4D857-82E3-F2F7-5CA1-D5577E46CF0D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pic>
        <p:nvPicPr>
          <p:cNvPr id="2" name="Picture 1" descr="A person paying with a phone  Description automatically generated">
            <a:extLst>
              <a:ext uri="{FF2B5EF4-FFF2-40B4-BE49-F238E27FC236}">
                <a16:creationId xmlns:a16="http://schemas.microsoft.com/office/drawing/2014/main" id="{04EDE352-FFCF-25CB-A4EA-8C3A48CFB30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38991" r="10642"/>
          <a:stretch/>
        </p:blipFill>
        <p:spPr>
          <a:xfrm>
            <a:off x="6817520" y="1720800"/>
            <a:ext cx="4598498" cy="51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0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 Divider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">
            <a:extLst>
              <a:ext uri="{FF2B5EF4-FFF2-40B4-BE49-F238E27FC236}">
                <a16:creationId xmlns:a16="http://schemas.microsoft.com/office/drawing/2014/main" id="{992EA692-87FC-3BE5-24D6-0FA4A74107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951" y="4838442"/>
            <a:ext cx="4117748" cy="3607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Enter supporting title text here</a:t>
            </a:r>
          </a:p>
        </p:txBody>
      </p:sp>
      <p:grpSp>
        <p:nvGrpSpPr>
          <p:cNvPr id="14" name="S cross">
            <a:extLst>
              <a:ext uri="{FF2B5EF4-FFF2-40B4-BE49-F238E27FC236}">
                <a16:creationId xmlns:a16="http://schemas.microsoft.com/office/drawing/2014/main" id="{16CB6C22-5462-904C-1EB9-5525AADB7832}"/>
              </a:ext>
            </a:extLst>
          </p:cNvPr>
          <p:cNvGrpSpPr/>
          <p:nvPr userDrawn="1"/>
        </p:nvGrpSpPr>
        <p:grpSpPr>
          <a:xfrm>
            <a:off x="11638739" y="260352"/>
            <a:ext cx="363573" cy="1120877"/>
            <a:chOff x="11591519" y="260350"/>
            <a:chExt cx="363573" cy="1120877"/>
          </a:xfrm>
        </p:grpSpPr>
        <p:sp>
          <p:nvSpPr>
            <p:cNvPr id="22" name="Shape 11">
              <a:extLst>
                <a:ext uri="{FF2B5EF4-FFF2-40B4-BE49-F238E27FC236}">
                  <a16:creationId xmlns:a16="http://schemas.microsoft.com/office/drawing/2014/main" id="{DCDBB369-D0E6-7EFF-54C6-AD9F26367FFA}"/>
                </a:ext>
              </a:extLst>
            </p:cNvPr>
            <p:cNvSpPr/>
            <p:nvPr userDrawn="1"/>
          </p:nvSpPr>
          <p:spPr>
            <a:xfrm>
              <a:off x="11591519" y="260350"/>
              <a:ext cx="363573" cy="908819"/>
            </a:xfrm>
            <a:prstGeom prst="rect">
              <a:avLst/>
            </a:prstGeom>
            <a:solidFill>
              <a:schemeClr val="bg1"/>
            </a:solidFill>
            <a:ln w="889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463"/>
            </a:p>
          </p:txBody>
        </p:sp>
        <p:pic>
          <p:nvPicPr>
            <p:cNvPr id="23" name="Image 15" descr=" ">
              <a:extLst>
                <a:ext uri="{FF2B5EF4-FFF2-40B4-BE49-F238E27FC236}">
                  <a16:creationId xmlns:a16="http://schemas.microsoft.com/office/drawing/2014/main" id="{8BBBB143-98D7-0C6E-570D-A4176ADC6A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07406" y="381526"/>
              <a:ext cx="131798" cy="181764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977F7EE-786E-A673-719C-1AB3CDEFC6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73305" y="956427"/>
              <a:ext cx="0" cy="424800"/>
            </a:xfrm>
            <a:prstGeom prst="line">
              <a:avLst/>
            </a:prstGeom>
            <a:ln w="8890" cap="flat" cmpd="sng" algn="ctr">
              <a:solidFill>
                <a:schemeClr val="accent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hape 18">
            <a:extLst>
              <a:ext uri="{FF2B5EF4-FFF2-40B4-BE49-F238E27FC236}">
                <a16:creationId xmlns:a16="http://schemas.microsoft.com/office/drawing/2014/main" id="{69879B57-D60B-CAA7-45E0-877FFFE0AE29}"/>
              </a:ext>
            </a:extLst>
          </p:cNvPr>
          <p:cNvSpPr/>
          <p:nvPr userDrawn="1"/>
        </p:nvSpPr>
        <p:spPr>
          <a:xfrm>
            <a:off x="11410801" y="1720800"/>
            <a:ext cx="781200" cy="5137200"/>
          </a:xfrm>
          <a:prstGeom prst="rect">
            <a:avLst/>
          </a:prstGeom>
          <a:solidFill>
            <a:srgbClr val="66798C"/>
          </a:solidFill>
          <a:ln/>
        </p:spPr>
        <p:txBody>
          <a:bodyPr/>
          <a:lstStyle/>
          <a:p>
            <a:endParaRPr lang="en-US" sz="1463"/>
          </a:p>
        </p:txBody>
      </p:sp>
      <p:sp>
        <p:nvSpPr>
          <p:cNvPr id="5" name="2024">
            <a:extLst>
              <a:ext uri="{FF2B5EF4-FFF2-40B4-BE49-F238E27FC236}">
                <a16:creationId xmlns:a16="http://schemas.microsoft.com/office/drawing/2014/main" id="{1F32CDDE-D8CA-5F27-F669-177D14FF322B}"/>
              </a:ext>
            </a:extLst>
          </p:cNvPr>
          <p:cNvSpPr/>
          <p:nvPr userDrawn="1"/>
        </p:nvSpPr>
        <p:spPr>
          <a:xfrm rot="16200000">
            <a:off x="10062617" y="4842854"/>
            <a:ext cx="3474540" cy="194321"/>
          </a:xfrm>
          <a:prstGeom prst="rect">
            <a:avLst/>
          </a:prstGeom>
          <a:noFill/>
          <a:ln/>
        </p:spPr>
        <p:txBody>
          <a:bodyPr wrap="square" lIns="204750" tIns="0" rIns="0" bIns="0" rtlCol="0" anchor="t"/>
          <a:lstStyle/>
          <a:p>
            <a:pPr marL="0" indent="0" algn="l">
              <a:buNone/>
            </a:pPr>
            <a:r>
              <a:rPr lang="en-US" sz="975" kern="0" spc="156">
                <a:solidFill>
                  <a:srgbClr val="FFFFFF">
                    <a:alpha val="100000"/>
                  </a:srgbClr>
                </a:solidFill>
                <a:latin typeface="+mn-lt"/>
                <a:ea typeface="Source Sans Pro Regular"/>
                <a:cs typeface="Source Sans Pro Regular" pitchFamily="34" charset="-120"/>
              </a:rPr>
              <a:t>2024</a:t>
            </a:r>
            <a:endParaRPr lang="en-US" sz="975">
              <a:latin typeface="+mn-lt"/>
              <a:ea typeface="Source Sans Pro Regular"/>
            </a:endParaRPr>
          </a:p>
        </p:txBody>
      </p:sp>
      <p:sp>
        <p:nvSpPr>
          <p:cNvPr id="7" name="Copyright line">
            <a:extLst>
              <a:ext uri="{FF2B5EF4-FFF2-40B4-BE49-F238E27FC236}">
                <a16:creationId xmlns:a16="http://schemas.microsoft.com/office/drawing/2014/main" id="{8084C738-3CC0-F10B-E52B-8947A4C2F8C4}"/>
              </a:ext>
            </a:extLst>
          </p:cNvPr>
          <p:cNvSpPr txBox="1">
            <a:spLocks/>
          </p:cNvSpPr>
          <p:nvPr userDrawn="1"/>
        </p:nvSpPr>
        <p:spPr>
          <a:xfrm>
            <a:off x="4112811" y="6380158"/>
            <a:ext cx="2168832" cy="3607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1F3F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31">
                <a:solidFill>
                  <a:schemeClr val="accent4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© 2024 Synpulse. Private &amp; confidential.</a:t>
            </a:r>
            <a:endParaRPr lang="en-US" sz="731">
              <a:solidFill>
                <a:schemeClr val="accent4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3AB8BA7-B8D3-1ABC-0407-6EB14A0A18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666" y="6443817"/>
            <a:ext cx="381001" cy="152400"/>
          </a:xfrm>
          <a:prstGeom prst="rect">
            <a:avLst/>
          </a:prstGeom>
        </p:spPr>
      </p:pic>
      <p:grpSp>
        <p:nvGrpSpPr>
          <p:cNvPr id="60" name="SP Agenda Section" hidden="1">
            <a:extLst>
              <a:ext uri="{FF2B5EF4-FFF2-40B4-BE49-F238E27FC236}">
                <a16:creationId xmlns:a16="http://schemas.microsoft.com/office/drawing/2014/main" id="{4E3818A9-A136-E961-4CC5-1B002B566D09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61" name="Section Title" hidden="1">
              <a:extLst>
                <a:ext uri="{FF2B5EF4-FFF2-40B4-BE49-F238E27FC236}">
                  <a16:creationId xmlns:a16="http://schemas.microsoft.com/office/drawing/2014/main" id="{97E5979F-DE78-27BC-3888-88D4C821B01E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62" name="Section Number" hidden="1">
              <a:extLst>
                <a:ext uri="{FF2B5EF4-FFF2-40B4-BE49-F238E27FC236}">
                  <a16:creationId xmlns:a16="http://schemas.microsoft.com/office/drawing/2014/main" id="{FDB451B1-4152-A4B7-10EE-6588AC82AD64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grpSp>
        <p:nvGrpSpPr>
          <p:cNvPr id="8" name="SP Agenda Subsection" hidden="1">
            <a:extLst>
              <a:ext uri="{FF2B5EF4-FFF2-40B4-BE49-F238E27FC236}">
                <a16:creationId xmlns:a16="http://schemas.microsoft.com/office/drawing/2014/main" id="{910DBF23-3E3C-2FE2-BE7C-502FC03A0520}"/>
              </a:ext>
            </a:extLst>
          </p:cNvPr>
          <p:cNvGrpSpPr/>
          <p:nvPr userDrawn="1"/>
        </p:nvGrpSpPr>
        <p:grpSpPr>
          <a:xfrm>
            <a:off x="615950" y="1827215"/>
            <a:ext cx="5480050" cy="2833039"/>
            <a:chOff x="615950" y="1919288"/>
            <a:chExt cx="4325079" cy="2833039"/>
          </a:xfrm>
        </p:grpSpPr>
        <p:sp>
          <p:nvSpPr>
            <p:cNvPr id="9" name="Section Title" hidden="1">
              <a:extLst>
                <a:ext uri="{FF2B5EF4-FFF2-40B4-BE49-F238E27FC236}">
                  <a16:creationId xmlns:a16="http://schemas.microsoft.com/office/drawing/2014/main" id="{A003C591-853C-554D-6082-1452669D7F4A}"/>
                </a:ext>
              </a:extLst>
            </p:cNvPr>
            <p:cNvSpPr txBox="1"/>
            <p:nvPr userDrawn="1"/>
          </p:nvSpPr>
          <p:spPr>
            <a:xfrm>
              <a:off x="615950" y="3108552"/>
              <a:ext cx="4325079" cy="164377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lvl="0" indent="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44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1pPr>
              <a:lvl2pPr marL="6858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500">
                  <a:solidFill>
                    <a:schemeClr val="accent3"/>
                  </a:solidFill>
                  <a:latin typeface="Source Sans 3 Black" panose="020B0303030403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l">
                <a:lnSpc>
                  <a:spcPct val="100000"/>
                </a:lnSpc>
              </a:pPr>
              <a:r>
                <a:rPr lang="en-US" sz="3575">
                  <a:latin typeface="+mj-lt"/>
                </a:rPr>
                <a:t>&lt;TEXT&gt;</a:t>
              </a:r>
            </a:p>
          </p:txBody>
        </p:sp>
        <p:sp>
          <p:nvSpPr>
            <p:cNvPr id="12" name="Section Number" hidden="1">
              <a:extLst>
                <a:ext uri="{FF2B5EF4-FFF2-40B4-BE49-F238E27FC236}">
                  <a16:creationId xmlns:a16="http://schemas.microsoft.com/office/drawing/2014/main" id="{99C4D857-82E3-F2F7-5CA1-D5577E46CF0D}"/>
                </a:ext>
              </a:extLst>
            </p:cNvPr>
            <p:cNvSpPr txBox="1"/>
            <p:nvPr userDrawn="1"/>
          </p:nvSpPr>
          <p:spPr>
            <a:xfrm>
              <a:off x="615950" y="1919288"/>
              <a:ext cx="1749470" cy="550151"/>
            </a:xfrm>
            <a:prstGeom prst="rect">
              <a:avLst/>
            </a:prstGeom>
            <a:noFill/>
          </p:spPr>
          <p:txBody>
            <a:bodyPr wrap="square" lIns="0" tIns="0" rIns="108000" bIns="0" rtlCol="0" anchor="t" anchorCtr="0">
              <a:spAutoFit/>
            </a:bodyPr>
            <a:lstStyle/>
            <a:p>
              <a:pPr algn="l"/>
              <a:r>
                <a:rPr lang="en-US" sz="3575">
                  <a:solidFill>
                    <a:schemeClr val="accent5"/>
                  </a:solidFill>
                  <a:latin typeface="+mj-lt"/>
                </a:rPr>
                <a:t>&lt;N&gt;</a:t>
              </a:r>
            </a:p>
          </p:txBody>
        </p:sp>
      </p:grpSp>
      <p:pic>
        <p:nvPicPr>
          <p:cNvPr id="6" name="Picture 5" descr="A person standing on a rock with a large sign  Description automatically generated">
            <a:extLst>
              <a:ext uri="{FF2B5EF4-FFF2-40B4-BE49-F238E27FC236}">
                <a16:creationId xmlns:a16="http://schemas.microsoft.com/office/drawing/2014/main" id="{B39B8329-6E3C-A616-148E-4EA33FFD8E8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41870" r="7859"/>
          <a:stretch/>
        </p:blipFill>
        <p:spPr>
          <a:xfrm>
            <a:off x="6826250" y="1722973"/>
            <a:ext cx="4589769" cy="51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926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 hidden="1">
            <a:extLst>
              <a:ext uri="{FF2B5EF4-FFF2-40B4-BE49-F238E27FC236}">
                <a16:creationId xmlns:a16="http://schemas.microsoft.com/office/drawing/2014/main" id="{D5C08934-9859-572D-3573-6C0B82FBAE35}"/>
              </a:ext>
            </a:extLst>
          </p:cNvPr>
          <p:cNvGrpSpPr/>
          <p:nvPr userDrawn="1"/>
        </p:nvGrpSpPr>
        <p:grpSpPr>
          <a:xfrm>
            <a:off x="-3" y="0"/>
            <a:ext cx="12192002" cy="6858000"/>
            <a:chOff x="-3" y="0"/>
            <a:chExt cx="12192002" cy="6858000"/>
          </a:xfrm>
        </p:grpSpPr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54DFB84C-1155-7202-CF06-338827CAE288}"/>
                </a:ext>
              </a:extLst>
            </p:cNvPr>
            <p:cNvSpPr/>
            <p:nvPr userDrawn="1"/>
          </p:nvSpPr>
          <p:spPr>
            <a:xfrm>
              <a:off x="-1" y="2007393"/>
              <a:ext cx="371475" cy="4850607"/>
            </a:xfrm>
            <a:prstGeom prst="rect">
              <a:avLst/>
            </a:prstGeom>
            <a:solidFill>
              <a:schemeClr val="accent6"/>
            </a:solidFill>
            <a:ln/>
          </p:spPr>
          <p:txBody>
            <a:bodyPr/>
            <a:lstStyle/>
            <a:p>
              <a:endParaRPr lang="en-US" sz="1463"/>
            </a:p>
          </p:txBody>
        </p:sp>
        <p:sp>
          <p:nvSpPr>
            <p:cNvPr id="14" name="Shape 6">
              <a:extLst>
                <a:ext uri="{FF2B5EF4-FFF2-40B4-BE49-F238E27FC236}">
                  <a16:creationId xmlns:a16="http://schemas.microsoft.com/office/drawing/2014/main" id="{96D9F861-91B6-7906-50E6-9B406E524D09}"/>
                </a:ext>
              </a:extLst>
            </p:cNvPr>
            <p:cNvSpPr/>
            <p:nvPr userDrawn="1"/>
          </p:nvSpPr>
          <p:spPr>
            <a:xfrm rot="5400000">
              <a:off x="5965823" y="-5965826"/>
              <a:ext cx="260350" cy="12192001"/>
            </a:xfrm>
            <a:prstGeom prst="rect">
              <a:avLst/>
            </a:prstGeom>
            <a:solidFill>
              <a:schemeClr val="accent6"/>
            </a:solidFill>
            <a:ln/>
          </p:spPr>
          <p:txBody>
            <a:bodyPr/>
            <a:lstStyle/>
            <a:p>
              <a:endParaRPr lang="en-US" sz="1463"/>
            </a:p>
          </p:txBody>
        </p:sp>
        <p:sp>
          <p:nvSpPr>
            <p:cNvPr id="15" name="Shape 6">
              <a:extLst>
                <a:ext uri="{FF2B5EF4-FFF2-40B4-BE49-F238E27FC236}">
                  <a16:creationId xmlns:a16="http://schemas.microsoft.com/office/drawing/2014/main" id="{2BF66514-2121-71E4-1BFD-B6C1C7ACF4A5}"/>
                </a:ext>
              </a:extLst>
            </p:cNvPr>
            <p:cNvSpPr/>
            <p:nvPr userDrawn="1"/>
          </p:nvSpPr>
          <p:spPr>
            <a:xfrm rot="5400000">
              <a:off x="5965824" y="631824"/>
              <a:ext cx="260350" cy="12192001"/>
            </a:xfrm>
            <a:prstGeom prst="rect">
              <a:avLst/>
            </a:prstGeom>
            <a:solidFill>
              <a:schemeClr val="accent6"/>
            </a:solidFill>
            <a:ln/>
          </p:spPr>
          <p:txBody>
            <a:bodyPr/>
            <a:lstStyle/>
            <a:p>
              <a:endParaRPr lang="en-US" sz="1463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4D03161-AA5F-7B30-02C3-8844215B3383}"/>
              </a:ext>
            </a:extLst>
          </p:cNvPr>
          <p:cNvGrpSpPr/>
          <p:nvPr userDrawn="1"/>
        </p:nvGrpSpPr>
        <p:grpSpPr>
          <a:xfrm>
            <a:off x="371475" y="4779620"/>
            <a:ext cx="285353" cy="620425"/>
            <a:chOff x="423464" y="4779618"/>
            <a:chExt cx="285352" cy="62042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9F27140-73EF-1B0C-0235-390B67A12D63}"/>
                </a:ext>
              </a:extLst>
            </p:cNvPr>
            <p:cNvGrpSpPr/>
            <p:nvPr userDrawn="1"/>
          </p:nvGrpSpPr>
          <p:grpSpPr>
            <a:xfrm>
              <a:off x="423464" y="4779618"/>
              <a:ext cx="285352" cy="285352"/>
              <a:chOff x="5131198" y="296068"/>
              <a:chExt cx="565150" cy="56515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85263EE-3E9A-D8BD-92FC-60B4BC7E4E3B}"/>
                  </a:ext>
                </a:extLst>
              </p:cNvPr>
              <p:cNvSpPr/>
              <p:nvPr/>
            </p:nvSpPr>
            <p:spPr>
              <a:xfrm>
                <a:off x="5131198" y="296068"/>
                <a:ext cx="565150" cy="56515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63"/>
              </a:p>
            </p:txBody>
          </p:sp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74D58E61-479D-1BCE-101D-76BCD216A2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258712" y="423582"/>
                <a:ext cx="310122" cy="310122"/>
              </a:xfrm>
              <a:prstGeom prst="rect">
                <a:avLst/>
              </a:prstGeom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D726FEB-9DF7-95BB-B051-D248C8630FF8}"/>
                </a:ext>
              </a:extLst>
            </p:cNvPr>
            <p:cNvGrpSpPr/>
            <p:nvPr userDrawn="1"/>
          </p:nvGrpSpPr>
          <p:grpSpPr>
            <a:xfrm>
              <a:off x="423464" y="5114691"/>
              <a:ext cx="285352" cy="285352"/>
              <a:chOff x="5131198" y="927100"/>
              <a:chExt cx="565150" cy="56515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7E0CA6D-3D6F-AB66-510D-B3AAC8A3CF2E}"/>
                  </a:ext>
                </a:extLst>
              </p:cNvPr>
              <p:cNvSpPr/>
              <p:nvPr/>
            </p:nvSpPr>
            <p:spPr>
              <a:xfrm>
                <a:off x="5131198" y="927100"/>
                <a:ext cx="565150" cy="56515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63"/>
              </a:p>
            </p:txBody>
          </p:sp>
          <p:pic>
            <p:nvPicPr>
              <p:cNvPr id="24" name="Graphic 23">
                <a:extLst>
                  <a:ext uri="{FF2B5EF4-FFF2-40B4-BE49-F238E27FC236}">
                    <a16:creationId xmlns:a16="http://schemas.microsoft.com/office/drawing/2014/main" id="{991245A5-ADE2-8DEF-DDF8-0553E4F54B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249701" y="1045603"/>
                <a:ext cx="328145" cy="328145"/>
              </a:xfrm>
              <a:prstGeom prst="rect">
                <a:avLst/>
              </a:prstGeom>
            </p:spPr>
          </p:pic>
        </p:grpSp>
      </p:grpSp>
      <p:sp>
        <p:nvSpPr>
          <p:cNvPr id="25" name="phone number">
            <a:extLst>
              <a:ext uri="{FF2B5EF4-FFF2-40B4-BE49-F238E27FC236}">
                <a16:creationId xmlns:a16="http://schemas.microsoft.com/office/drawing/2014/main" id="{A1B26C76-CC1A-DD5D-67E0-1C81159D70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8003" y="4799184"/>
            <a:ext cx="3161929" cy="217432"/>
          </a:xfrm>
          <a:noFill/>
        </p:spPr>
        <p:txBody>
          <a:bodyPr wrap="square" lIns="90000">
            <a:spAutoFit/>
          </a:bodyPr>
          <a:lstStyle>
            <a:lvl1pPr marL="0" indent="0">
              <a:lnSpc>
                <a:spcPct val="100000"/>
              </a:lnSpc>
              <a:spcBef>
                <a:spcPts val="163"/>
              </a:spcBef>
              <a:buClr>
                <a:schemeClr val="accent4"/>
              </a:buClr>
              <a:buFont typeface="Arial" panose="020B0604020202020204" pitchFamily="34" charset="0"/>
              <a:buNone/>
              <a:defRPr lang="en-US" sz="813" i="0" dirty="0">
                <a:solidFill>
                  <a:schemeClr val="accent4"/>
                </a:solidFill>
                <a:latin typeface="+mn-lt"/>
              </a:defRPr>
            </a:lvl1pPr>
          </a:lstStyle>
          <a:p>
            <a:pPr marL="0" lvl="0"/>
            <a:r>
              <a:rPr lang="en-US"/>
              <a:t>+41 44 802 2000 (Source Sans Pro 10pt)</a:t>
            </a:r>
          </a:p>
        </p:txBody>
      </p:sp>
      <p:sp>
        <p:nvSpPr>
          <p:cNvPr id="26" name="Email">
            <a:extLst>
              <a:ext uri="{FF2B5EF4-FFF2-40B4-BE49-F238E27FC236}">
                <a16:creationId xmlns:a16="http://schemas.microsoft.com/office/drawing/2014/main" id="{6F0B95F3-60F4-21B5-A5D2-C2B28B7BA0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8003" y="5134257"/>
            <a:ext cx="3161929" cy="217432"/>
          </a:xfrm>
          <a:noFill/>
        </p:spPr>
        <p:txBody>
          <a:bodyPr wrap="square" lIns="90000">
            <a:spAutoFit/>
          </a:bodyPr>
          <a:lstStyle>
            <a:lvl1pPr marL="0" indent="0">
              <a:lnSpc>
                <a:spcPct val="100000"/>
              </a:lnSpc>
              <a:spcBef>
                <a:spcPts val="163"/>
              </a:spcBef>
              <a:buClr>
                <a:schemeClr val="accent4"/>
              </a:buClr>
              <a:buFont typeface="Arial" panose="020B0604020202020204" pitchFamily="34" charset="0"/>
              <a:buNone/>
              <a:defRPr lang="en-US" sz="813" i="0" dirty="0">
                <a:solidFill>
                  <a:schemeClr val="accent4"/>
                </a:solidFill>
                <a:latin typeface="+mn-lt"/>
              </a:defRPr>
            </a:lvl1pPr>
          </a:lstStyle>
          <a:p>
            <a:pPr marL="0" lvl="0"/>
            <a:r>
              <a:rPr lang="en-US"/>
              <a:t>info.ch@synpulse.com (Source Sans Pro 10pt)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F88F30F6-DE89-8F6D-6077-3D2B54D80CCE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371475" y="3374138"/>
            <a:ext cx="4287600" cy="210623"/>
          </a:xfrm>
        </p:spPr>
        <p:txBody>
          <a:bodyPr>
            <a:noAutofit/>
          </a:bodyPr>
          <a:lstStyle>
            <a:lvl1pPr marL="0" indent="0" algn="l">
              <a:buNone/>
              <a:defRPr sz="975">
                <a:solidFill>
                  <a:srgbClr val="F37321"/>
                </a:solidFill>
                <a:latin typeface="+mj-lt"/>
                <a:ea typeface="Source Sans Pro Semibold" panose="020B0603030403020204" pitchFamily="34" charset="0"/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/>
              <a:t>NAME (Source Sans Pro Black 12pt) 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09403C31-ADBD-1A6C-1DDC-C5D671C88C65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371475" y="3613017"/>
            <a:ext cx="4287600" cy="519319"/>
          </a:xfrm>
        </p:spPr>
        <p:txBody>
          <a:bodyPr>
            <a:normAutofit/>
          </a:bodyPr>
          <a:lstStyle>
            <a:lvl1pPr marL="0" indent="0" algn="l">
              <a:buNone/>
              <a:defRPr sz="975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/>
              <a:t>Title (Source Sans Pro 12pt)</a:t>
            </a:r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D814A074-5F76-653F-9582-19C33E3C3B79}"/>
              </a:ext>
            </a:extLst>
          </p:cNvPr>
          <p:cNvSpPr/>
          <p:nvPr userDrawn="1"/>
        </p:nvSpPr>
        <p:spPr>
          <a:xfrm>
            <a:off x="11820526" y="1989139"/>
            <a:ext cx="371474" cy="4868862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463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DA509901-868F-2A1D-DD5C-12B6B23DDB34}"/>
              </a:ext>
            </a:extLst>
          </p:cNvPr>
          <p:cNvSpPr/>
          <p:nvPr userDrawn="1"/>
        </p:nvSpPr>
        <p:spPr>
          <a:xfrm rot="16200000">
            <a:off x="10268992" y="4842854"/>
            <a:ext cx="3474540" cy="194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kern="0" spc="156">
                <a:solidFill>
                  <a:srgbClr val="FFFFFF">
                    <a:alpha val="100000"/>
                  </a:srgbClr>
                </a:solidFill>
                <a:latin typeface="+mn-lt"/>
                <a:ea typeface="Source Sans Pro Light" panose="020B0403030403020204" pitchFamily="34" charset="0"/>
                <a:cs typeface="Source Sans Pro Regular" pitchFamily="34" charset="-120"/>
              </a:rPr>
              <a:t>www.synpulse.com</a:t>
            </a:r>
            <a:endParaRPr lang="en-US" sz="975">
              <a:latin typeface="+mn-lt"/>
              <a:ea typeface="Source Sans Pro Light" panose="020B0403030403020204" pitchFamily="34" charset="0"/>
            </a:endParaRPr>
          </a:p>
        </p:txBody>
      </p:sp>
      <p:pic>
        <p:nvPicPr>
          <p:cNvPr id="47" name="World">
            <a:extLst>
              <a:ext uri="{FF2B5EF4-FFF2-40B4-BE49-F238E27FC236}">
                <a16:creationId xmlns:a16="http://schemas.microsoft.com/office/drawing/2014/main" id="{501E5778-14F3-BD67-0676-EF87025A991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97915" y="2166936"/>
            <a:ext cx="216694" cy="216694"/>
          </a:xfrm>
          <a:prstGeom prst="rect">
            <a:avLst/>
          </a:prstGeom>
        </p:spPr>
      </p:pic>
      <p:grpSp>
        <p:nvGrpSpPr>
          <p:cNvPr id="48" name="S cross">
            <a:extLst>
              <a:ext uri="{FF2B5EF4-FFF2-40B4-BE49-F238E27FC236}">
                <a16:creationId xmlns:a16="http://schemas.microsoft.com/office/drawing/2014/main" id="{93A03FF7-93FF-3B42-07A5-C88A974D2716}"/>
              </a:ext>
            </a:extLst>
          </p:cNvPr>
          <p:cNvGrpSpPr/>
          <p:nvPr userDrawn="1"/>
        </p:nvGrpSpPr>
        <p:grpSpPr>
          <a:xfrm>
            <a:off x="11638739" y="260352"/>
            <a:ext cx="363573" cy="1120877"/>
            <a:chOff x="11591519" y="260350"/>
            <a:chExt cx="363573" cy="1120877"/>
          </a:xfrm>
        </p:grpSpPr>
        <p:sp>
          <p:nvSpPr>
            <p:cNvPr id="49" name="Shape 11">
              <a:extLst>
                <a:ext uri="{FF2B5EF4-FFF2-40B4-BE49-F238E27FC236}">
                  <a16:creationId xmlns:a16="http://schemas.microsoft.com/office/drawing/2014/main" id="{7C0CB84F-739F-05E6-3500-FA46FFED58CC}"/>
                </a:ext>
              </a:extLst>
            </p:cNvPr>
            <p:cNvSpPr/>
            <p:nvPr userDrawn="1"/>
          </p:nvSpPr>
          <p:spPr>
            <a:xfrm>
              <a:off x="11591519" y="260350"/>
              <a:ext cx="363573" cy="908819"/>
            </a:xfrm>
            <a:prstGeom prst="rect">
              <a:avLst/>
            </a:prstGeom>
            <a:solidFill>
              <a:schemeClr val="bg1"/>
            </a:solidFill>
            <a:ln w="889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463"/>
            </a:p>
          </p:txBody>
        </p:sp>
        <p:pic>
          <p:nvPicPr>
            <p:cNvPr id="50" name="Image 15" descr=" ">
              <a:extLst>
                <a:ext uri="{FF2B5EF4-FFF2-40B4-BE49-F238E27FC236}">
                  <a16:creationId xmlns:a16="http://schemas.microsoft.com/office/drawing/2014/main" id="{00148A77-88BD-4F37-484B-A2E98F000C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707406" y="381526"/>
              <a:ext cx="131798" cy="181764"/>
            </a:xfrm>
            <a:prstGeom prst="rect">
              <a:avLst/>
            </a:prstGeom>
          </p:spPr>
        </p:pic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10D75C7-CD3C-64DC-435B-A6B6348E98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73305" y="956427"/>
              <a:ext cx="0" cy="424800"/>
            </a:xfrm>
            <a:prstGeom prst="line">
              <a:avLst/>
            </a:prstGeom>
            <a:ln w="8890" cap="flat" cmpd="sng" algn="ctr">
              <a:solidFill>
                <a:schemeClr val="accent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5722589-521E-BFC3-1D8A-0B455028D692}"/>
              </a:ext>
            </a:extLst>
          </p:cNvPr>
          <p:cNvSpPr txBox="1"/>
          <p:nvPr userDrawn="1"/>
        </p:nvSpPr>
        <p:spPr>
          <a:xfrm>
            <a:off x="272875" y="2495519"/>
            <a:ext cx="4375326" cy="617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13">
                <a:solidFill>
                  <a:schemeClr val="accent3"/>
                </a:solidFill>
                <a:latin typeface="+mj-lt"/>
              </a:rPr>
              <a:t>Thank you.</a:t>
            </a:r>
          </a:p>
        </p:txBody>
      </p:sp>
      <p:pic>
        <p:nvPicPr>
          <p:cNvPr id="2" name="Picture 1" descr="Logo  Description automatically generated">
            <a:extLst>
              <a:ext uri="{FF2B5EF4-FFF2-40B4-BE49-F238E27FC236}">
                <a16:creationId xmlns:a16="http://schemas.microsoft.com/office/drawing/2014/main" id="{5CB3A332-5D16-A812-6F45-0BC043921E2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5983" y="1878386"/>
            <a:ext cx="2117452" cy="211745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A2F0CAF-ED80-B901-5757-17CD13A14B20}"/>
              </a:ext>
            </a:extLst>
          </p:cNvPr>
          <p:cNvGrpSpPr/>
          <p:nvPr userDrawn="1"/>
        </p:nvGrpSpPr>
        <p:grpSpPr>
          <a:xfrm>
            <a:off x="5142841" y="3429000"/>
            <a:ext cx="6812666" cy="1365250"/>
            <a:chOff x="5142841" y="3429000"/>
            <a:chExt cx="6812666" cy="13652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23EF93-AB79-533C-9B20-4B657598031D}"/>
                </a:ext>
              </a:extLst>
            </p:cNvPr>
            <p:cNvSpPr/>
            <p:nvPr userDrawn="1"/>
          </p:nvSpPr>
          <p:spPr>
            <a:xfrm>
              <a:off x="5142841" y="3429001"/>
              <a:ext cx="792120" cy="5051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F37321"/>
                  </a:solidFill>
                  <a:effectLst/>
                  <a:uLnTx/>
                  <a:uFillTx/>
                  <a:latin typeface="Source Sans Pro SemiBold" panose="020B0603030403020204" pitchFamily="34" charset="0"/>
                  <a:ea typeface="Source Sans Pro" panose="020B0503030403020204" pitchFamily="34" charset="0"/>
                  <a:cs typeface="Source Sans Pro"/>
                </a:rPr>
                <a:t>Americas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New York 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Toronto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77AD83-47A8-8508-754C-7EAE66038326}"/>
                </a:ext>
              </a:extLst>
            </p:cNvPr>
            <p:cNvSpPr/>
            <p:nvPr userDrawn="1"/>
          </p:nvSpPr>
          <p:spPr>
            <a:xfrm>
              <a:off x="6227431" y="3429001"/>
              <a:ext cx="986002" cy="10555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F37321"/>
                  </a:solidFill>
                  <a:effectLst/>
                  <a:uLnTx/>
                  <a:uFillTx/>
                  <a:latin typeface="Source Sans Pro SemiBold" panose="020B0603030403020204" pitchFamily="34" charset="0"/>
                  <a:ea typeface="Source Sans Pro" panose="020B0503030403020204" pitchFamily="34" charset="0"/>
                  <a:cs typeface="Source Sans Pro"/>
                </a:rPr>
                <a:t>Asia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Bangkok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Hong Kong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94">
                  <a:solidFill>
                    <a:srgbClr val="000000">
                      <a:lumMod val="75000"/>
                      <a:lumOff val="25000"/>
                    </a:srgbClr>
                  </a:solidFill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Hyderabad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94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Jakarta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94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Kuala Lumpur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Manila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0CE6314-A63C-9FE1-54BA-70B32090B41E}"/>
                </a:ext>
              </a:extLst>
            </p:cNvPr>
            <p:cNvSpPr/>
            <p:nvPr userDrawn="1"/>
          </p:nvSpPr>
          <p:spPr>
            <a:xfrm>
              <a:off x="7128831" y="3429001"/>
              <a:ext cx="892608" cy="7803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F37321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 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94">
                  <a:solidFill>
                    <a:srgbClr val="000000">
                      <a:lumMod val="75000"/>
                      <a:lumOff val="25000"/>
                    </a:srgbClr>
                  </a:solidFill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Pune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94">
                  <a:solidFill>
                    <a:srgbClr val="000000">
                      <a:lumMod val="75000"/>
                      <a:lumOff val="25000"/>
                    </a:srgbClr>
                  </a:solidFill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Shenzhen</a:t>
              </a:r>
              <a:endParaRPr kumimoji="0" lang="en-US" sz="894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" panose="020B0503030403020204" pitchFamily="34" charset="0"/>
                <a:cs typeface="Source Sans Pro"/>
              </a:endParaRP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Singapore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94">
                  <a:solidFill>
                    <a:srgbClr val="000000">
                      <a:lumMod val="75000"/>
                      <a:lumOff val="25000"/>
                    </a:srgbClr>
                  </a:solidFill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Taipei</a:t>
              </a:r>
              <a:endParaRPr kumimoji="0" lang="en-US" sz="894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" panose="020B0503030403020204" pitchFamily="34" charset="0"/>
                <a:cs typeface="Source Sans Pro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779A98-1C66-FB50-AE49-56C22AE408C6}"/>
                </a:ext>
              </a:extLst>
            </p:cNvPr>
            <p:cNvSpPr/>
            <p:nvPr userDrawn="1"/>
          </p:nvSpPr>
          <p:spPr>
            <a:xfrm>
              <a:off x="8165160" y="3429001"/>
              <a:ext cx="1512973" cy="10555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F37321"/>
                  </a:solidFill>
                  <a:effectLst/>
                  <a:uLnTx/>
                  <a:uFillTx/>
                  <a:latin typeface="Source Sans Pro SemiBold" panose="020B0603030403020204" pitchFamily="34" charset="0"/>
                  <a:ea typeface="Source Sans Pro" panose="020B0503030403020204" pitchFamily="34" charset="0"/>
                  <a:cs typeface="Source Sans Pro"/>
                </a:rPr>
                <a:t>EMEA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94">
                  <a:solidFill>
                    <a:srgbClr val="000000">
                      <a:lumMod val="75000"/>
                      <a:lumOff val="25000"/>
                    </a:srgbClr>
                  </a:solidFill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Zurich (Headquarters)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Bratislava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Dubai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94">
                  <a:solidFill>
                    <a:srgbClr val="000000">
                      <a:lumMod val="75000"/>
                      <a:lumOff val="25000"/>
                    </a:srgbClr>
                  </a:solidFill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Dusseldorf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Geneva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94">
                  <a:solidFill>
                    <a:srgbClr val="000000">
                      <a:lumMod val="75000"/>
                      <a:lumOff val="25000"/>
                    </a:srgbClr>
                  </a:solidFill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London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048BF36-5191-E3AE-32A1-E4725B6101DC}"/>
                </a:ext>
              </a:extLst>
            </p:cNvPr>
            <p:cNvGrpSpPr/>
            <p:nvPr userDrawn="1"/>
          </p:nvGrpSpPr>
          <p:grpSpPr>
            <a:xfrm>
              <a:off x="6091336" y="3429001"/>
              <a:ext cx="4522181" cy="1365249"/>
              <a:chOff x="6091336" y="3429001"/>
              <a:chExt cx="4522181" cy="1472568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CFF51E1-8976-5DC0-2238-1BFD233B99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091336" y="3429001"/>
                <a:ext cx="0" cy="1472568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B61CFCF-99E4-288C-6632-A2C5717FAA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012647" y="3429001"/>
                <a:ext cx="0" cy="1472568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AF57346C-1B35-CC38-A66E-A28EFD87684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0613517" y="3429001"/>
                <a:ext cx="0" cy="1472568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7239E5-61E9-09AA-3FBD-321A1AD0E510}"/>
                </a:ext>
              </a:extLst>
            </p:cNvPr>
            <p:cNvSpPr/>
            <p:nvPr userDrawn="1"/>
          </p:nvSpPr>
          <p:spPr>
            <a:xfrm>
              <a:off x="9587361" y="3429000"/>
              <a:ext cx="996957" cy="5051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F37321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 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94">
                  <a:solidFill>
                    <a:srgbClr val="000000">
                      <a:lumMod val="75000"/>
                      <a:lumOff val="25000"/>
                    </a:srgbClr>
                  </a:solidFill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Luxembourg</a:t>
              </a: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94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Paris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D2C9AA-01E3-0EFF-ACA9-457BB289C79F}"/>
                </a:ext>
              </a:extLst>
            </p:cNvPr>
            <p:cNvSpPr/>
            <p:nvPr userDrawn="1"/>
          </p:nvSpPr>
          <p:spPr>
            <a:xfrm>
              <a:off x="10711246" y="3429001"/>
              <a:ext cx="1244261" cy="3675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94" b="0" i="0" u="none" strike="noStrike" kern="1200" cap="none" spc="0" normalizeH="0" baseline="0" noProof="0">
                  <a:ln>
                    <a:noFill/>
                  </a:ln>
                  <a:solidFill>
                    <a:srgbClr val="F37321"/>
                  </a:solidFill>
                  <a:effectLst/>
                  <a:uLnTx/>
                  <a:uFillTx/>
                  <a:latin typeface="Source Sans Pro SemiBold" panose="020B0603030403020204" pitchFamily="34" charset="0"/>
                  <a:ea typeface="Source Sans Pro" panose="020B0503030403020204" pitchFamily="34" charset="0"/>
                  <a:cs typeface="Source Sans Pro"/>
                </a:rPr>
                <a:t>Oceania</a:t>
              </a:r>
              <a:endParaRPr kumimoji="0" lang="en-US" sz="894" b="0" i="0" u="none" strike="noStrike" kern="1200" cap="none" spc="0" normalizeH="0" baseline="0" noProof="0">
                <a:ln>
                  <a:noFill/>
                </a:ln>
                <a:solidFill>
                  <a:srgbClr val="F37321"/>
                </a:solidFill>
                <a:effectLst/>
                <a:uLnTx/>
                <a:uFillTx/>
                <a:latin typeface="Source Sans Pro SemiBold" panose="020B0603030403020204" pitchFamily="34" charset="0"/>
                <a:ea typeface="Source Sans Pro" panose="020B0503030403020204" pitchFamily="34" charset="0"/>
                <a:cs typeface="Source Sans Pro"/>
              </a:endParaRPr>
            </a:p>
            <a:p>
              <a:pPr marL="0" marR="0" lvl="0" indent="0" algn="l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94">
                  <a:solidFill>
                    <a:srgbClr val="000000">
                      <a:lumMod val="75000"/>
                      <a:lumOff val="25000"/>
                    </a:srgbClr>
                  </a:solidFill>
                  <a:latin typeface="Source Sans Pro Light" panose="020B0403030403020204" pitchFamily="34" charset="0"/>
                  <a:ea typeface="Source Sans Pro" panose="020B0503030403020204" pitchFamily="34" charset="0"/>
                  <a:cs typeface="Source Sans Pro"/>
                </a:rPr>
                <a:t>Sydney</a:t>
              </a:r>
              <a:endParaRPr kumimoji="0" lang="en-US" sz="894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" panose="020B0503030403020204" pitchFamily="34" charset="0"/>
                <a:cs typeface="Source Sans Pro"/>
              </a:endParaRPr>
            </a:p>
          </p:txBody>
        </p:sp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EF3F3048-E979-C48A-39DB-7A00C1681C7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2666" y="6443817"/>
            <a:ext cx="381001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00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V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016A297B-3947-AE1F-8896-03E60081E7BB}"/>
              </a:ext>
            </a:extLst>
          </p:cNvPr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381003" y="1451612"/>
            <a:ext cx="2828924" cy="485459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654482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V Template">
  <p:cSld name="1_CV Templat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>
            <a:spLocks noGrp="1"/>
          </p:cNvSpPr>
          <p:nvPr>
            <p:ph type="pic" idx="2"/>
          </p:nvPr>
        </p:nvSpPr>
        <p:spPr>
          <a:xfrm>
            <a:off x="381003" y="1451612"/>
            <a:ext cx="2828924" cy="485459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7288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6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>
            <a:extLst>
              <a:ext uri="{FF2B5EF4-FFF2-40B4-BE49-F238E27FC236}">
                <a16:creationId xmlns:a16="http://schemas.microsoft.com/office/drawing/2014/main" id="{A9757BA8-A55D-3CD8-8F74-6F0C692A4E5C}"/>
              </a:ext>
            </a:extLst>
          </p:cNvPr>
          <p:cNvSpPr/>
          <p:nvPr userDrawn="1"/>
        </p:nvSpPr>
        <p:spPr>
          <a:xfrm>
            <a:off x="11820526" y="1989139"/>
            <a:ext cx="371474" cy="4868862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463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C30858B4-40F4-31DB-2F6D-AE1220CDDCF8}"/>
              </a:ext>
            </a:extLst>
          </p:cNvPr>
          <p:cNvSpPr/>
          <p:nvPr userDrawn="1"/>
        </p:nvSpPr>
        <p:spPr>
          <a:xfrm rot="16200000">
            <a:off x="10268992" y="4842854"/>
            <a:ext cx="3474540" cy="194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kern="0" spc="156">
                <a:solidFill>
                  <a:srgbClr val="FFFFFF">
                    <a:alpha val="100000"/>
                  </a:srgbClr>
                </a:solidFill>
                <a:latin typeface="+mn-lt"/>
                <a:ea typeface="Source Sans Pro Regular"/>
                <a:cs typeface="Source Sans Pro Regular" pitchFamily="34" charset="-120"/>
              </a:rPr>
              <a:t>www.synpulse.com</a:t>
            </a:r>
            <a:endParaRPr lang="en-US" sz="975">
              <a:latin typeface="+mn-lt"/>
              <a:ea typeface="Source Sans Pro Regular"/>
            </a:endParaRPr>
          </a:p>
        </p:txBody>
      </p:sp>
      <p:pic>
        <p:nvPicPr>
          <p:cNvPr id="14" name="World">
            <a:extLst>
              <a:ext uri="{FF2B5EF4-FFF2-40B4-BE49-F238E27FC236}">
                <a16:creationId xmlns:a16="http://schemas.microsoft.com/office/drawing/2014/main" id="{F0C98EF9-68F5-4E5F-DAE4-DDC69E39B2BB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897915" y="2166936"/>
            <a:ext cx="216694" cy="216694"/>
          </a:xfrm>
          <a:prstGeom prst="rect">
            <a:avLst/>
          </a:prstGeom>
        </p:spPr>
      </p:pic>
      <p:sp>
        <p:nvSpPr>
          <p:cNvPr id="31" name="Copyright line">
            <a:extLst>
              <a:ext uri="{FF2B5EF4-FFF2-40B4-BE49-F238E27FC236}">
                <a16:creationId xmlns:a16="http://schemas.microsoft.com/office/drawing/2014/main" id="{64393E46-94A5-7933-3809-9F1E9970974C}"/>
              </a:ext>
            </a:extLst>
          </p:cNvPr>
          <p:cNvSpPr txBox="1">
            <a:spLocks/>
          </p:cNvSpPr>
          <p:nvPr userDrawn="1"/>
        </p:nvSpPr>
        <p:spPr>
          <a:xfrm>
            <a:off x="5011584" y="6380158"/>
            <a:ext cx="2168832" cy="3607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1F3F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13">
                <a:solidFill>
                  <a:schemeClr val="accent4"/>
                </a:solidFill>
                <a:effectLst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© 2024 Synpulse. Private &amp; confidential.</a:t>
            </a:r>
            <a:endParaRPr lang="en-US" sz="569">
              <a:solidFill>
                <a:schemeClr val="accent4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grpSp>
        <p:nvGrpSpPr>
          <p:cNvPr id="20" name="S cross">
            <a:extLst>
              <a:ext uri="{FF2B5EF4-FFF2-40B4-BE49-F238E27FC236}">
                <a16:creationId xmlns:a16="http://schemas.microsoft.com/office/drawing/2014/main" id="{21C70B7E-2B97-BC18-2F65-6DC69857DDB6}"/>
              </a:ext>
            </a:extLst>
          </p:cNvPr>
          <p:cNvGrpSpPr/>
          <p:nvPr userDrawn="1"/>
        </p:nvGrpSpPr>
        <p:grpSpPr>
          <a:xfrm>
            <a:off x="11638739" y="260352"/>
            <a:ext cx="363573" cy="1120877"/>
            <a:chOff x="11591519" y="260350"/>
            <a:chExt cx="363573" cy="1120877"/>
          </a:xfrm>
        </p:grpSpPr>
        <p:sp>
          <p:nvSpPr>
            <p:cNvPr id="8" name="Shape 11">
              <a:extLst>
                <a:ext uri="{FF2B5EF4-FFF2-40B4-BE49-F238E27FC236}">
                  <a16:creationId xmlns:a16="http://schemas.microsoft.com/office/drawing/2014/main" id="{E81DF346-6336-84BC-124E-51B1CD235F17}"/>
                </a:ext>
              </a:extLst>
            </p:cNvPr>
            <p:cNvSpPr/>
            <p:nvPr userDrawn="1"/>
          </p:nvSpPr>
          <p:spPr>
            <a:xfrm>
              <a:off x="11591519" y="260350"/>
              <a:ext cx="363573" cy="908819"/>
            </a:xfrm>
            <a:prstGeom prst="rect">
              <a:avLst/>
            </a:prstGeom>
            <a:solidFill>
              <a:schemeClr val="bg1"/>
            </a:solidFill>
            <a:ln w="889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1463"/>
            </a:p>
          </p:txBody>
        </p:sp>
        <p:pic>
          <p:nvPicPr>
            <p:cNvPr id="10" name="Image 15" descr=" ">
              <a:extLst>
                <a:ext uri="{FF2B5EF4-FFF2-40B4-BE49-F238E27FC236}">
                  <a16:creationId xmlns:a16="http://schemas.microsoft.com/office/drawing/2014/main" id="{E0949B9F-D31F-DCF7-37B7-6DB24C6F2E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1707406" y="381526"/>
              <a:ext cx="131798" cy="181764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87EA371-3CE5-9D99-9C42-5E87EDC3AEF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73305" y="956427"/>
              <a:ext cx="0" cy="424800"/>
            </a:xfrm>
            <a:prstGeom prst="line">
              <a:avLst/>
            </a:prstGeom>
            <a:ln w="8890" cap="flat" cmpd="sng" algn="ctr">
              <a:solidFill>
                <a:schemeClr val="accent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Synpulse logo">
            <a:extLst>
              <a:ext uri="{FF2B5EF4-FFF2-40B4-BE49-F238E27FC236}">
                <a16:creationId xmlns:a16="http://schemas.microsoft.com/office/drawing/2014/main" id="{894CB5B9-E1F7-80B7-3723-8B9A6F1860EF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71474" y="6397785"/>
            <a:ext cx="914400" cy="272642"/>
          </a:xfrm>
          <a:prstGeom prst="rect">
            <a:avLst/>
          </a:prstGeom>
        </p:spPr>
      </p:pic>
      <p:sp>
        <p:nvSpPr>
          <p:cNvPr id="15" name="Title">
            <a:extLst>
              <a:ext uri="{FF2B5EF4-FFF2-40B4-BE49-F238E27FC236}">
                <a16:creationId xmlns:a16="http://schemas.microsoft.com/office/drawing/2014/main" id="{A8358B80-5EA6-B33A-C10F-9349BFB24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954238"/>
            <a:ext cx="10925175" cy="452432"/>
          </a:xfrm>
          <a:prstGeom prst="rect">
            <a:avLst/>
          </a:prstGeom>
        </p:spPr>
        <p:txBody>
          <a:bodyPr vert="horz" lIns="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Body Text">
            <a:extLst>
              <a:ext uri="{FF2B5EF4-FFF2-40B4-BE49-F238E27FC236}">
                <a16:creationId xmlns:a16="http://schemas.microsoft.com/office/drawing/2014/main" id="{6948C78D-D8AB-A542-144A-F482BC750F9A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71474" y="1611086"/>
            <a:ext cx="10926000" cy="456587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9967EC3-167A-1624-5911-FCCAB7043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1876" y="6356352"/>
            <a:ext cx="628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3">
                <a:solidFill>
                  <a:schemeClr val="accent4"/>
                </a:solidFill>
              </a:defRPr>
            </a:lvl1pPr>
          </a:lstStyle>
          <a:p>
            <a:fld id="{6F4C3F9A-ADA0-4E8A-BA21-5059935897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0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2113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488"/>
        </a:spcBef>
        <a:buClr>
          <a:schemeClr val="tx1"/>
        </a:buClr>
        <a:buFont typeface="Arial" panose="020B0604020202020204" pitchFamily="34" charset="0"/>
        <a:buChar char="•"/>
        <a:defRPr sz="1138" kern="1200">
          <a:solidFill>
            <a:schemeClr val="accent3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88"/>
        </a:spcBef>
        <a:buClr>
          <a:schemeClr val="tx1"/>
        </a:buClr>
        <a:buFont typeface="Arial" panose="020B0604020202020204" pitchFamily="34" charset="0"/>
        <a:buChar char="•"/>
        <a:defRPr sz="1138" kern="1200">
          <a:solidFill>
            <a:schemeClr val="accent3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88"/>
        </a:spcBef>
        <a:buClr>
          <a:schemeClr val="tx1"/>
        </a:buClr>
        <a:buFont typeface="Arial" panose="020B0604020202020204" pitchFamily="34" charset="0"/>
        <a:buChar char="•"/>
        <a:defRPr sz="1138" kern="1200">
          <a:solidFill>
            <a:schemeClr val="accent3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88"/>
        </a:spcBef>
        <a:buClr>
          <a:schemeClr val="tx1"/>
        </a:buClr>
        <a:buFont typeface="Arial" panose="020B0604020202020204" pitchFamily="34" charset="0"/>
        <a:buChar char="•"/>
        <a:defRPr sz="1138" kern="1200">
          <a:solidFill>
            <a:schemeClr val="accent3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88"/>
        </a:spcBef>
        <a:buClr>
          <a:schemeClr val="tx1"/>
        </a:buClr>
        <a:buFont typeface="Arial" panose="020B0604020202020204" pitchFamily="34" charset="0"/>
        <a:buChar char="•"/>
        <a:defRPr sz="1138" kern="1200">
          <a:solidFill>
            <a:schemeClr val="accent3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F26B43"/>
          </p15:clr>
        </p15:guide>
        <p15:guide id="2" pos="234">
          <p15:clr>
            <a:srgbClr val="F26B43"/>
          </p15:clr>
        </p15:guide>
        <p15:guide id="3" pos="7446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00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1253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1.xml"/><Relationship Id="rId5" Type="http://schemas.openxmlformats.org/officeDocument/2006/relationships/image" Target="../media/image29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Quote">
            <a:extLst>
              <a:ext uri="{FF2B5EF4-FFF2-40B4-BE49-F238E27FC236}">
                <a16:creationId xmlns:a16="http://schemas.microsoft.com/office/drawing/2014/main" id="{FD126744-5569-450C-B332-A5B9E077D15C}"/>
              </a:ext>
            </a:extLst>
          </p:cNvPr>
          <p:cNvSpPr txBox="1">
            <a:spLocks/>
          </p:cNvSpPr>
          <p:nvPr/>
        </p:nvSpPr>
        <p:spPr>
          <a:xfrm>
            <a:off x="4278537" y="1114081"/>
            <a:ext cx="5917775" cy="484079"/>
          </a:xfrm>
          <a:prstGeom prst="rect">
            <a:avLst/>
          </a:prstGeom>
          <a:noFill/>
        </p:spPr>
        <p:txBody>
          <a:bodyPr wrap="square" lIns="73125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1200" i="1" kern="1200" dirty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42950">
              <a:spcBef>
                <a:spcPts val="0"/>
              </a:spcBef>
              <a:buClr>
                <a:srgbClr val="2D2D2D"/>
              </a:buClr>
            </a:pPr>
            <a:r>
              <a:rPr lang="en-PH" sz="975">
                <a:solidFill>
                  <a:srgbClr val="66798C"/>
                </a:solidFill>
                <a:latin typeface="Source Sans Pro" panose="020B0503030403020204" pitchFamily="34" charset="0"/>
              </a:rPr>
              <a:t>“Doubt kills more dreams than failure ever will.” – Suzy Kassem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D4EBB7-0402-0AE4-0AC1-C3028B65C0F1}"/>
              </a:ext>
            </a:extLst>
          </p:cNvPr>
          <p:cNvSpPr/>
          <p:nvPr/>
        </p:nvSpPr>
        <p:spPr>
          <a:xfrm>
            <a:off x="1143000" y="642939"/>
            <a:ext cx="2940844" cy="55721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/>
            <a:endParaRPr lang="en-US" sz="1463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8" name="Candidate_Title">
            <a:extLst>
              <a:ext uri="{FF2B5EF4-FFF2-40B4-BE49-F238E27FC236}">
                <a16:creationId xmlns:a16="http://schemas.microsoft.com/office/drawing/2014/main" id="{C742C17C-9D39-12A6-7232-AA924692B315}"/>
              </a:ext>
            </a:extLst>
          </p:cNvPr>
          <p:cNvSpPr txBox="1">
            <a:spLocks/>
          </p:cNvSpPr>
          <p:nvPr/>
        </p:nvSpPr>
        <p:spPr>
          <a:xfrm>
            <a:off x="1444824" y="2508552"/>
            <a:ext cx="2166937" cy="227370"/>
          </a:xfrm>
          <a:prstGeom prst="rect">
            <a:avLst/>
          </a:prstGeom>
          <a:noFill/>
        </p:spPr>
        <p:txBody>
          <a:bodyPr wrap="square" lIns="0" tIns="45720" rIns="91440" bIns="45720" rtlCol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42950">
              <a:spcBef>
                <a:spcPts val="488"/>
              </a:spcBef>
            </a:pPr>
            <a:r>
              <a:rPr lang="en-PH" sz="950">
                <a:solidFill>
                  <a:srgbClr val="F76B2C"/>
                </a:solidFill>
                <a:ea typeface="Source Sans Pro"/>
              </a:rPr>
              <a:t>TITLE</a:t>
            </a:r>
            <a:endParaRPr lang="en-PH" sz="950">
              <a:solidFill>
                <a:srgbClr val="F66B2D"/>
              </a:solidFill>
              <a:ea typeface="Source Sans Pro"/>
            </a:endParaRPr>
          </a:p>
        </p:txBody>
      </p:sp>
      <p:sp>
        <p:nvSpPr>
          <p:cNvPr id="18" name="About">
            <a:extLst>
              <a:ext uri="{FF2B5EF4-FFF2-40B4-BE49-F238E27FC236}">
                <a16:creationId xmlns:a16="http://schemas.microsoft.com/office/drawing/2014/main" id="{626450D4-D65C-5639-2C6B-9067BF961A92}"/>
              </a:ext>
            </a:extLst>
          </p:cNvPr>
          <p:cNvSpPr txBox="1"/>
          <p:nvPr/>
        </p:nvSpPr>
        <p:spPr>
          <a:xfrm>
            <a:off x="1444823" y="2748424"/>
            <a:ext cx="1930500" cy="24237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defTabSz="742950"/>
            <a:r>
              <a:rPr lang="en-US" sz="975" b="1">
                <a:solidFill>
                  <a:srgbClr val="F76B2C"/>
                </a:solidFill>
                <a:latin typeface="Source Sans Pro SemiBold" panose="020B0603030403020204" pitchFamily="34" charset="0"/>
              </a:rPr>
              <a:t>About</a:t>
            </a:r>
          </a:p>
        </p:txBody>
      </p:sp>
      <p:sp>
        <p:nvSpPr>
          <p:cNvPr id="19" name="Education">
            <a:extLst>
              <a:ext uri="{FF2B5EF4-FFF2-40B4-BE49-F238E27FC236}">
                <a16:creationId xmlns:a16="http://schemas.microsoft.com/office/drawing/2014/main" id="{B86E7968-F19A-FDD8-CF43-345AA9DD4B46}"/>
              </a:ext>
            </a:extLst>
          </p:cNvPr>
          <p:cNvSpPr txBox="1"/>
          <p:nvPr/>
        </p:nvSpPr>
        <p:spPr>
          <a:xfrm>
            <a:off x="1444823" y="4271639"/>
            <a:ext cx="1930500" cy="24237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defTabSz="742950"/>
            <a:r>
              <a:rPr lang="en-US" sz="975" b="1">
                <a:solidFill>
                  <a:srgbClr val="F76B2C"/>
                </a:solidFill>
                <a:latin typeface="Source Sans Pro SemiBold" panose="020B0603030403020204" pitchFamily="34" charset="0"/>
              </a:rPr>
              <a:t>Education and qualifications</a:t>
            </a:r>
          </a:p>
        </p:txBody>
      </p:sp>
      <p:sp>
        <p:nvSpPr>
          <p:cNvPr id="30" name="About_Summary">
            <a:extLst>
              <a:ext uri="{FF2B5EF4-FFF2-40B4-BE49-F238E27FC236}">
                <a16:creationId xmlns:a16="http://schemas.microsoft.com/office/drawing/2014/main" id="{759E3BEF-61D1-C65D-1EE2-9A7CF5888028}"/>
              </a:ext>
            </a:extLst>
          </p:cNvPr>
          <p:cNvSpPr txBox="1">
            <a:spLocks/>
          </p:cNvSpPr>
          <p:nvPr/>
        </p:nvSpPr>
        <p:spPr>
          <a:xfrm>
            <a:off x="1444824" y="2942494"/>
            <a:ext cx="2446833" cy="595561"/>
          </a:xfrm>
          <a:prstGeom prst="rect">
            <a:avLst/>
          </a:prstGeom>
          <a:noFill/>
        </p:spPr>
        <p:txBody>
          <a:bodyPr wrap="square" lIns="0" tIns="45720" rIns="91440" bIns="4572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1000" i="0" kern="1200" dirty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742950">
              <a:spcBef>
                <a:spcPts val="488"/>
              </a:spcBef>
              <a:buClr>
                <a:srgbClr val="2D2D2D"/>
              </a:buClr>
            </a:pPr>
            <a:r>
              <a:rPr lang="en-PH" sz="800">
                <a:solidFill>
                  <a:srgbClr val="66798C"/>
                </a:solidFill>
                <a:latin typeface="Source Sans Pro"/>
                <a:ea typeface="Source Sans Pro"/>
              </a:rPr>
              <a:t>ABOUT</a:t>
            </a:r>
            <a:endParaRPr lang="en-US"/>
          </a:p>
        </p:txBody>
      </p:sp>
      <p:sp>
        <p:nvSpPr>
          <p:cNvPr id="35" name="Education_Content">
            <a:extLst>
              <a:ext uri="{FF2B5EF4-FFF2-40B4-BE49-F238E27FC236}">
                <a16:creationId xmlns:a16="http://schemas.microsoft.com/office/drawing/2014/main" id="{F90D5752-C527-AC43-9555-0EE00611C080}"/>
              </a:ext>
            </a:extLst>
          </p:cNvPr>
          <p:cNvSpPr txBox="1">
            <a:spLocks/>
          </p:cNvSpPr>
          <p:nvPr/>
        </p:nvSpPr>
        <p:spPr>
          <a:xfrm>
            <a:off x="1448037" y="4537691"/>
            <a:ext cx="2551809" cy="1091825"/>
          </a:xfrm>
          <a:prstGeom prst="rect">
            <a:avLst/>
          </a:prstGeom>
          <a:ln>
            <a:noFill/>
          </a:ln>
        </p:spPr>
        <p:txBody>
          <a:bodyPr lIns="117000" tIns="45720" rIns="91440" bIns="45720" anchor="t">
            <a:noAutofit/>
          </a:bodyPr>
          <a:lstStyle>
            <a:lvl1pPr marL="288000" indent="-288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288000" indent="-288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 marL="288000" indent="-288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 marL="288000" indent="-288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 marL="288000" indent="-288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6050" indent="-146050" defTabSz="742950">
              <a:spcBef>
                <a:spcPts val="163"/>
              </a:spcBef>
              <a:buClr>
                <a:srgbClr val="F76B2C"/>
              </a:buClr>
              <a:buSzPct val="100000"/>
            </a:pPr>
            <a:r>
              <a:rPr lang="en-US" sz="800">
                <a:solidFill>
                  <a:srgbClr val="66798C"/>
                </a:solidFill>
                <a:latin typeface="Source Sans Pro"/>
                <a:ea typeface="Source Sans Pro"/>
              </a:rPr>
              <a:t>EDUCATION</a:t>
            </a:r>
            <a:endParaRPr lang="en-US" sz="800">
              <a:latin typeface="Source Sans Pro"/>
              <a:ea typeface="Source Sans Pro"/>
            </a:endParaRPr>
          </a:p>
        </p:txBody>
      </p:sp>
      <p:sp>
        <p:nvSpPr>
          <p:cNvPr id="23" name="Core_Skills">
            <a:extLst>
              <a:ext uri="{FF2B5EF4-FFF2-40B4-BE49-F238E27FC236}">
                <a16:creationId xmlns:a16="http://schemas.microsoft.com/office/drawing/2014/main" id="{FAD4AD76-5237-02A7-09D2-5A7AC28B8DDA}"/>
              </a:ext>
            </a:extLst>
          </p:cNvPr>
          <p:cNvSpPr txBox="1"/>
          <p:nvPr/>
        </p:nvSpPr>
        <p:spPr>
          <a:xfrm>
            <a:off x="4337501" y="1725867"/>
            <a:ext cx="1462500" cy="242374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 defTabSz="742950"/>
            <a:r>
              <a:rPr lang="en-US" sz="975" b="1">
                <a:solidFill>
                  <a:srgbClr val="F76B2C"/>
                </a:solidFill>
                <a:latin typeface="Source Sans Pro SemiBold" panose="020B0603030403020204" pitchFamily="34" charset="0"/>
              </a:rPr>
              <a:t>Core skills</a:t>
            </a:r>
            <a:endParaRPr lang="en-US" sz="950" b="1">
              <a:solidFill>
                <a:srgbClr val="FF0000"/>
              </a:solidFill>
              <a:latin typeface="Source Sans Pro SemiBold" panose="020B0603030403020204" pitchFamily="34" charset="0"/>
              <a:ea typeface="Source Sans Pro SemiBold"/>
            </a:endParaRPr>
          </a:p>
        </p:txBody>
      </p:sp>
      <p:sp>
        <p:nvSpPr>
          <p:cNvPr id="38" name="Core_Skills_Content">
            <a:extLst>
              <a:ext uri="{FF2B5EF4-FFF2-40B4-BE49-F238E27FC236}">
                <a16:creationId xmlns:a16="http://schemas.microsoft.com/office/drawing/2014/main" id="{8716ECD7-46F4-F184-20B3-CFEFEC21D96E}"/>
              </a:ext>
            </a:extLst>
          </p:cNvPr>
          <p:cNvSpPr txBox="1">
            <a:spLocks/>
          </p:cNvSpPr>
          <p:nvPr/>
        </p:nvSpPr>
        <p:spPr>
          <a:xfrm>
            <a:off x="4337501" y="1950236"/>
            <a:ext cx="3600396" cy="979078"/>
          </a:xfrm>
          <a:prstGeom prst="rect">
            <a:avLst/>
          </a:prstGeom>
          <a:ln>
            <a:noFill/>
          </a:ln>
        </p:spPr>
        <p:txBody>
          <a:bodyPr lIns="117000" tIns="45720" rIns="91440" bIns="45720" anchor="t">
            <a:normAutofit/>
          </a:bodyPr>
          <a:lstStyle>
            <a:defPPr>
              <a:defRPr lang="en-US"/>
            </a:defPPr>
            <a:lvl1pPr marL="180000" indent="-180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1pPr>
            <a:lvl2pPr marL="288000" indent="-288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2pPr>
            <a:lvl3pPr marL="288000" indent="-288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3pPr>
            <a:lvl4pPr marL="288000" indent="-288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4pPr>
            <a:lvl5pPr marL="288000" indent="-288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46050" indent="-146050" defTabSz="742950">
              <a:spcBef>
                <a:spcPts val="325"/>
              </a:spcBef>
              <a:buClr>
                <a:srgbClr val="F76B2C"/>
              </a:buClr>
              <a:buSzPct val="100000"/>
            </a:pPr>
            <a:r>
              <a:rPr lang="en-US" sz="800">
                <a:latin typeface="Source Sans Pro"/>
                <a:ea typeface="Source Sans Pro"/>
              </a:rPr>
              <a:t>SKILLS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14AF6D1-393C-549B-6F9E-07D303F0B63C}"/>
              </a:ext>
            </a:extLst>
          </p:cNvPr>
          <p:cNvCxnSpPr>
            <a:cxnSpLocks/>
          </p:cNvCxnSpPr>
          <p:nvPr/>
        </p:nvCxnSpPr>
        <p:spPr>
          <a:xfrm flipH="1">
            <a:off x="4337503" y="1679154"/>
            <a:ext cx="5862413" cy="0"/>
          </a:xfrm>
          <a:prstGeom prst="line">
            <a:avLst/>
          </a:prstGeom>
          <a:ln w="889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907FB71-3E7E-0A71-F96D-DC9CEE1AD16D}"/>
              </a:ext>
            </a:extLst>
          </p:cNvPr>
          <p:cNvCxnSpPr>
            <a:cxnSpLocks/>
          </p:cNvCxnSpPr>
          <p:nvPr/>
        </p:nvCxnSpPr>
        <p:spPr>
          <a:xfrm flipH="1">
            <a:off x="4403543" y="2978529"/>
            <a:ext cx="5862413" cy="0"/>
          </a:xfrm>
          <a:prstGeom prst="line">
            <a:avLst/>
          </a:prstGeom>
          <a:ln w="889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Languages">
            <a:extLst>
              <a:ext uri="{FF2B5EF4-FFF2-40B4-BE49-F238E27FC236}">
                <a16:creationId xmlns:a16="http://schemas.microsoft.com/office/drawing/2014/main" id="{BC414CF3-996C-2F5C-8E19-75E7026890F3}"/>
              </a:ext>
            </a:extLst>
          </p:cNvPr>
          <p:cNvSpPr txBox="1"/>
          <p:nvPr/>
        </p:nvSpPr>
        <p:spPr>
          <a:xfrm>
            <a:off x="8182628" y="1725867"/>
            <a:ext cx="1462500" cy="24237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defTabSz="742950"/>
            <a:r>
              <a:rPr lang="en-US" sz="975" b="1">
                <a:solidFill>
                  <a:srgbClr val="F76B2C"/>
                </a:solidFill>
                <a:latin typeface="Source Sans Pro SemiBold" panose="020B0603030403020204" pitchFamily="34" charset="0"/>
              </a:rPr>
              <a:t>Languages</a:t>
            </a:r>
          </a:p>
        </p:txBody>
      </p:sp>
      <p:sp>
        <p:nvSpPr>
          <p:cNvPr id="54" name="Languages_Content">
            <a:extLst>
              <a:ext uri="{FF2B5EF4-FFF2-40B4-BE49-F238E27FC236}">
                <a16:creationId xmlns:a16="http://schemas.microsoft.com/office/drawing/2014/main" id="{64075140-F287-0F19-C88F-81D77EF86FE2}"/>
              </a:ext>
            </a:extLst>
          </p:cNvPr>
          <p:cNvSpPr txBox="1">
            <a:spLocks/>
          </p:cNvSpPr>
          <p:nvPr/>
        </p:nvSpPr>
        <p:spPr>
          <a:xfrm>
            <a:off x="8182631" y="1944419"/>
            <a:ext cx="2076081" cy="266638"/>
          </a:xfrm>
          <a:prstGeom prst="rect">
            <a:avLst/>
          </a:prstGeom>
          <a:ln>
            <a:noFill/>
          </a:ln>
        </p:spPr>
        <p:txBody>
          <a:bodyPr lIns="117000" tIns="45720" rIns="91440" bIns="45720" numCol="1" anchor="t">
            <a:normAutofit/>
          </a:bodyPr>
          <a:lstStyle>
            <a:defPPr>
              <a:defRPr lang="en-US"/>
            </a:defPPr>
            <a:lvl1pPr marL="180000" indent="-180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1pPr>
            <a:lvl2pPr marL="288000" indent="-288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2pPr>
            <a:lvl3pPr marL="288000" indent="-288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3pPr>
            <a:lvl4pPr marL="288000" indent="-288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4pPr>
            <a:lvl5pPr marL="288000" indent="-288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46050" indent="-146050" defTabSz="742950">
              <a:spcBef>
                <a:spcPts val="0"/>
              </a:spcBef>
              <a:buClr>
                <a:srgbClr val="66798C"/>
              </a:buClr>
              <a:buSzPct val="100000"/>
            </a:pPr>
            <a:r>
              <a:rPr lang="en-US" sz="800">
                <a:solidFill>
                  <a:srgbClr val="66798C"/>
                </a:solidFill>
                <a:latin typeface="Source Sans Pro"/>
                <a:ea typeface="SimSun"/>
              </a:rPr>
              <a:t>LANGUAGES</a:t>
            </a:r>
            <a:endParaRPr lang="en-US" sz="800">
              <a:solidFill>
                <a:srgbClr val="66798C"/>
              </a:solidFill>
              <a:latin typeface="Source Sans Pro" panose="020B0503030403020204" pitchFamily="34" charset="0"/>
              <a:ea typeface="SimSun"/>
            </a:endParaRPr>
          </a:p>
        </p:txBody>
      </p:sp>
      <p:sp>
        <p:nvSpPr>
          <p:cNvPr id="55" name="Hobbies">
            <a:extLst>
              <a:ext uri="{FF2B5EF4-FFF2-40B4-BE49-F238E27FC236}">
                <a16:creationId xmlns:a16="http://schemas.microsoft.com/office/drawing/2014/main" id="{5E26D4DB-5299-9F2D-4F3D-6B33BAF64509}"/>
              </a:ext>
            </a:extLst>
          </p:cNvPr>
          <p:cNvSpPr txBox="1"/>
          <p:nvPr/>
        </p:nvSpPr>
        <p:spPr>
          <a:xfrm>
            <a:off x="8182628" y="2239702"/>
            <a:ext cx="1462500" cy="24237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defTabSz="742950"/>
            <a:r>
              <a:rPr lang="en-US" sz="975" b="1">
                <a:solidFill>
                  <a:srgbClr val="F76B2C"/>
                </a:solidFill>
                <a:latin typeface="Source Sans Pro SemiBold" panose="020B0603030403020204" pitchFamily="34" charset="0"/>
              </a:rPr>
              <a:t>Hobbies and interests</a:t>
            </a:r>
          </a:p>
        </p:txBody>
      </p:sp>
      <p:sp>
        <p:nvSpPr>
          <p:cNvPr id="56" name="Hobbies_Content">
            <a:extLst>
              <a:ext uri="{FF2B5EF4-FFF2-40B4-BE49-F238E27FC236}">
                <a16:creationId xmlns:a16="http://schemas.microsoft.com/office/drawing/2014/main" id="{0BE75387-D356-365F-72FD-166C5FCE4398}"/>
              </a:ext>
            </a:extLst>
          </p:cNvPr>
          <p:cNvSpPr txBox="1">
            <a:spLocks/>
          </p:cNvSpPr>
          <p:nvPr/>
        </p:nvSpPr>
        <p:spPr>
          <a:xfrm>
            <a:off x="8182630" y="2472106"/>
            <a:ext cx="1481595" cy="652755"/>
          </a:xfrm>
          <a:prstGeom prst="rect">
            <a:avLst/>
          </a:prstGeom>
          <a:ln>
            <a:noFill/>
          </a:ln>
        </p:spPr>
        <p:txBody>
          <a:bodyPr lIns="117000" tIns="45720" rIns="91440" bIns="45720" numCol="1" anchor="t">
            <a:noAutofit/>
          </a:bodyPr>
          <a:lstStyle>
            <a:defPPr>
              <a:defRPr lang="en-US"/>
            </a:defPPr>
            <a:lvl1pPr marL="180000" indent="-180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1pPr>
            <a:lvl2pPr marL="288000" indent="-288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2pPr>
            <a:lvl3pPr marL="288000" indent="-288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3pPr>
            <a:lvl4pPr marL="288000" indent="-288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4pPr>
            <a:lvl5pPr marL="288000" indent="-288000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1000">
                <a:solidFill>
                  <a:schemeClr val="accent4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46050" indent="-146050" defTabSz="742950">
              <a:spcBef>
                <a:spcPts val="0"/>
              </a:spcBef>
              <a:buClr>
                <a:srgbClr val="66798C"/>
              </a:buClr>
              <a:buSzPct val="100000"/>
            </a:pPr>
            <a:r>
              <a:rPr lang="en-US" sz="800" dirty="0">
                <a:ea typeface="Source Sans Pro"/>
              </a:rPr>
              <a:t>HOBBIES</a:t>
            </a:r>
          </a:p>
        </p:txBody>
      </p:sp>
      <p:sp>
        <p:nvSpPr>
          <p:cNvPr id="57" name="Relevant_Experience">
            <a:extLst>
              <a:ext uri="{FF2B5EF4-FFF2-40B4-BE49-F238E27FC236}">
                <a16:creationId xmlns:a16="http://schemas.microsoft.com/office/drawing/2014/main" id="{6DA8E5E6-8722-F71C-6BDC-3266FCD6FA28}"/>
              </a:ext>
            </a:extLst>
          </p:cNvPr>
          <p:cNvSpPr txBox="1"/>
          <p:nvPr/>
        </p:nvSpPr>
        <p:spPr>
          <a:xfrm>
            <a:off x="4337501" y="3025241"/>
            <a:ext cx="1462500" cy="24237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defTabSz="742950"/>
            <a:r>
              <a:rPr lang="en-US" sz="975" b="1">
                <a:solidFill>
                  <a:srgbClr val="F76B2C"/>
                </a:solidFill>
                <a:latin typeface="Source Sans Pro SemiBold" panose="020B0603030403020204" pitchFamily="34" charset="0"/>
              </a:rPr>
              <a:t>Relevant experience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351AF1-7622-6F5E-B914-4B8BFBEF44E8}"/>
              </a:ext>
            </a:extLst>
          </p:cNvPr>
          <p:cNvCxnSpPr>
            <a:cxnSpLocks/>
          </p:cNvCxnSpPr>
          <p:nvPr/>
        </p:nvCxnSpPr>
        <p:spPr>
          <a:xfrm flipH="1">
            <a:off x="1444823" y="2721872"/>
            <a:ext cx="2437804" cy="0"/>
          </a:xfrm>
          <a:prstGeom prst="line">
            <a:avLst/>
          </a:prstGeom>
          <a:ln w="889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7A161-314B-5EC7-2655-5973A2C6E648}"/>
              </a:ext>
            </a:extLst>
          </p:cNvPr>
          <p:cNvCxnSpPr>
            <a:cxnSpLocks/>
          </p:cNvCxnSpPr>
          <p:nvPr/>
        </p:nvCxnSpPr>
        <p:spPr>
          <a:xfrm flipH="1">
            <a:off x="1453852" y="4211861"/>
            <a:ext cx="2437804" cy="0"/>
          </a:xfrm>
          <a:prstGeom prst="line">
            <a:avLst/>
          </a:prstGeom>
          <a:ln w="889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0F7E7C-D909-6154-5D97-80164370379E}"/>
              </a:ext>
            </a:extLst>
          </p:cNvPr>
          <p:cNvCxnSpPr>
            <a:cxnSpLocks/>
          </p:cNvCxnSpPr>
          <p:nvPr/>
        </p:nvCxnSpPr>
        <p:spPr>
          <a:xfrm flipH="1">
            <a:off x="1444823" y="5680409"/>
            <a:ext cx="2437804" cy="0"/>
          </a:xfrm>
          <a:prstGeom prst="line">
            <a:avLst/>
          </a:prstGeom>
          <a:ln w="889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Synpulse logo">
            <a:extLst>
              <a:ext uri="{FF2B5EF4-FFF2-40B4-BE49-F238E27FC236}">
                <a16:creationId xmlns:a16="http://schemas.microsoft.com/office/drawing/2014/main" id="{519AEA0C-30EE-06F4-CE5B-803BC6F1D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4823" y="5841138"/>
            <a:ext cx="742950" cy="2215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FE4E96-CC1D-F856-E396-ADC20938C59E}"/>
              </a:ext>
            </a:extLst>
          </p:cNvPr>
          <p:cNvSpPr txBox="1"/>
          <p:nvPr/>
        </p:nvSpPr>
        <p:spPr>
          <a:xfrm>
            <a:off x="4279061" y="3345133"/>
            <a:ext cx="740382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63"/>
              </a:spcBef>
            </a:pPr>
            <a:r>
              <a:rPr lang="en-US" sz="800" dirty="0">
                <a:solidFill>
                  <a:srgbClr val="66798C"/>
                </a:solidFill>
                <a:ea typeface="Source Sans Pro"/>
              </a:rPr>
              <a:t>EXPERIENCE</a:t>
            </a:r>
          </a:p>
          <a:p>
            <a:endParaRPr lang="en-US" sz="800" dirty="0">
              <a:ea typeface="Source Sans Pr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FB7C35-732C-9C0A-66C2-D9D025EB153B}"/>
              </a:ext>
            </a:extLst>
          </p:cNvPr>
          <p:cNvSpPr txBox="1"/>
          <p:nvPr/>
        </p:nvSpPr>
        <p:spPr>
          <a:xfrm>
            <a:off x="1382439" y="2078642"/>
            <a:ext cx="246839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solidFill>
                  <a:srgbClr val="66798C"/>
                </a:solidFill>
                <a:latin typeface="Source Sans Pro Light"/>
                <a:ea typeface="Source Sans Pro Light"/>
              </a:rPr>
              <a:t>NAME</a:t>
            </a:r>
            <a:endParaRPr lang="en-US" b="1">
              <a:ea typeface="Source Sans Pro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8649320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Synpulse Brand Refresh">
      <a:dk1>
        <a:srgbClr val="2D2D2D"/>
      </a:dk1>
      <a:lt1>
        <a:srgbClr val="FFFFFF"/>
      </a:lt1>
      <a:dk2>
        <a:srgbClr val="703319"/>
      </a:dk2>
      <a:lt2>
        <a:srgbClr val="EBEBEB"/>
      </a:lt2>
      <a:accent1>
        <a:srgbClr val="F7682C"/>
      </a:accent1>
      <a:accent2>
        <a:srgbClr val="FFB098"/>
      </a:accent2>
      <a:accent3>
        <a:srgbClr val="394253"/>
      </a:accent3>
      <a:accent4>
        <a:srgbClr val="66798C"/>
      </a:accent4>
      <a:accent5>
        <a:srgbClr val="ACBACA"/>
      </a:accent5>
      <a:accent6>
        <a:srgbClr val="C59876"/>
      </a:accent6>
      <a:hlink>
        <a:srgbClr val="F7682C"/>
      </a:hlink>
      <a:folHlink>
        <a:srgbClr val="ACBACA"/>
      </a:folHlink>
    </a:clrScheme>
    <a:fontScheme name="New Synpulse Font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1,"isValidatorEnabled":false,"isLocked":false,"elementsMetadata":[],"slideId":"1002898176766640129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037F4FC2-8F34-43D5-927A-A17F061B9ACC}">
  <ds:schemaRefs/>
</ds:datastoreItem>
</file>

<file path=customXml/itemProps2.xml><?xml version="1.0" encoding="utf-8"?>
<ds:datastoreItem xmlns:ds="http://schemas.openxmlformats.org/officeDocument/2006/customXml" ds:itemID="{0482CE94-660D-4475-B7A6-6E659D6F252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Shyam Joshi</dc:creator>
  <cp:revision>55</cp:revision>
  <dcterms:created xsi:type="dcterms:W3CDTF">2026-01-28T07:22:55Z</dcterms:created>
  <dcterms:modified xsi:type="dcterms:W3CDTF">2026-01-30T05:31:23Z</dcterms:modified>
</cp:coreProperties>
</file>